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733" r:id="rId2"/>
    <p:sldId id="734" r:id="rId3"/>
    <p:sldId id="752" r:id="rId4"/>
    <p:sldId id="735" r:id="rId5"/>
    <p:sldId id="736" r:id="rId6"/>
    <p:sldId id="737" r:id="rId7"/>
    <p:sldId id="739" r:id="rId8"/>
    <p:sldId id="738" r:id="rId9"/>
    <p:sldId id="740" r:id="rId10"/>
    <p:sldId id="741" r:id="rId11"/>
    <p:sldId id="742" r:id="rId12"/>
    <p:sldId id="743" r:id="rId13"/>
    <p:sldId id="744" r:id="rId14"/>
    <p:sldId id="745" r:id="rId15"/>
    <p:sldId id="746" r:id="rId16"/>
    <p:sldId id="747" r:id="rId17"/>
    <p:sldId id="748" r:id="rId18"/>
    <p:sldId id="751" r:id="rId19"/>
    <p:sldId id="749" r:id="rId20"/>
    <p:sldId id="750" r:id="rId2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60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B0B06F-39AD-5055-EFBB-999812D79FCC}" name="Aldeia Machado, Luiz Carlos" initials="LA" userId="S::lca5209@psu.edu::12747613-8458-429d-9687-5a83db32ee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  <a:srgbClr val="CCECFF"/>
    <a:srgbClr val="BDD7EE"/>
    <a:srgbClr val="4F4FFF"/>
    <a:srgbClr val="FBFBFB"/>
    <a:srgbClr val="000000"/>
    <a:srgbClr val="0D2241"/>
    <a:srgbClr val="0077D4"/>
    <a:srgbClr val="A7A8A6"/>
    <a:srgbClr val="105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B7790-20EE-46F9-A625-2759176DB3DC}" v="2350" dt="2025-02-12T19:52:31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0" y="58"/>
      </p:cViewPr>
      <p:guideLst>
        <p:guide orient="horz" pos="2184"/>
        <p:guide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deia Machado, Luiz Carlos" userId="12747613-8458-429d-9687-5a83db32eeae" providerId="ADAL" clId="{1A27074C-C9A8-410D-8980-36C9C3EB8C96}"/>
    <pc:docChg chg="undo custSel modSld">
      <pc:chgData name="Aldeia Machado, Luiz Carlos" userId="12747613-8458-429d-9687-5a83db32eeae" providerId="ADAL" clId="{1A27074C-C9A8-410D-8980-36C9C3EB8C96}" dt="2024-12-13T12:10:49.846" v="194" actId="1076"/>
      <pc:docMkLst>
        <pc:docMk/>
      </pc:docMkLst>
      <pc:sldChg chg="delSp modSp mod delAnim">
        <pc:chgData name="Aldeia Machado, Luiz Carlos" userId="12747613-8458-429d-9687-5a83db32eeae" providerId="ADAL" clId="{1A27074C-C9A8-410D-8980-36C9C3EB8C96}" dt="2024-12-13T00:55:11.938" v="33" actId="478"/>
        <pc:sldMkLst>
          <pc:docMk/>
          <pc:sldMk cId="3672654550" sldId="759"/>
        </pc:sldMkLst>
      </pc:sldChg>
      <pc:sldChg chg="delSp modSp mod">
        <pc:chgData name="Aldeia Machado, Luiz Carlos" userId="12747613-8458-429d-9687-5a83db32eeae" providerId="ADAL" clId="{1A27074C-C9A8-410D-8980-36C9C3EB8C96}" dt="2024-12-13T00:55:30.495" v="44" actId="20577"/>
        <pc:sldMkLst>
          <pc:docMk/>
          <pc:sldMk cId="732299872" sldId="760"/>
        </pc:sldMkLst>
      </pc:sldChg>
      <pc:sldChg chg="delSp modSp mod">
        <pc:chgData name="Aldeia Machado, Luiz Carlos" userId="12747613-8458-429d-9687-5a83db32eeae" providerId="ADAL" clId="{1A27074C-C9A8-410D-8980-36C9C3EB8C96}" dt="2024-12-13T01:14:59.377" v="190" actId="6549"/>
        <pc:sldMkLst>
          <pc:docMk/>
          <pc:sldMk cId="2583863552" sldId="762"/>
        </pc:sldMkLst>
      </pc:sldChg>
      <pc:sldChg chg="addSp modSp">
        <pc:chgData name="Aldeia Machado, Luiz Carlos" userId="12747613-8458-429d-9687-5a83db32eeae" providerId="ADAL" clId="{1A27074C-C9A8-410D-8980-36C9C3EB8C96}" dt="2024-12-13T12:10:49.846" v="194" actId="1076"/>
        <pc:sldMkLst>
          <pc:docMk/>
          <pc:sldMk cId="1289737153" sldId="828"/>
        </pc:sldMkLst>
      </pc:sldChg>
    </pc:docChg>
  </pc:docChgLst>
  <pc:docChgLst>
    <pc:chgData name="Aldeia Machado, Luiz Carlos" userId="12747613-8458-429d-9687-5a83db32eeae" providerId="ADAL" clId="{EE3B7790-20EE-46F9-A625-2759176DB3DC}"/>
    <pc:docChg chg="undo custSel addSld delSld modSld sldOrd">
      <pc:chgData name="Aldeia Machado, Luiz Carlos" userId="12747613-8458-429d-9687-5a83db32eeae" providerId="ADAL" clId="{EE3B7790-20EE-46F9-A625-2759176DB3DC}" dt="2025-02-12T19:52:31.056" v="4518" actId="255"/>
      <pc:docMkLst>
        <pc:docMk/>
      </pc:docMkLst>
      <pc:sldChg chg="modSp mod">
        <pc:chgData name="Aldeia Machado, Luiz Carlos" userId="12747613-8458-429d-9687-5a83db32eeae" providerId="ADAL" clId="{EE3B7790-20EE-46F9-A625-2759176DB3DC}" dt="2025-02-12T17:53:04.628" v="1964" actId="313"/>
        <pc:sldMkLst>
          <pc:docMk/>
          <pc:sldMk cId="0" sldId="733"/>
        </pc:sldMkLst>
        <pc:spChg chg="mod">
          <ac:chgData name="Aldeia Machado, Luiz Carlos" userId="12747613-8458-429d-9687-5a83db32eeae" providerId="ADAL" clId="{EE3B7790-20EE-46F9-A625-2759176DB3DC}" dt="2025-02-12T15:25:44.401" v="46" actId="20577"/>
          <ac:spMkLst>
            <pc:docMk/>
            <pc:sldMk cId="0" sldId="733"/>
            <ac:spMk id="3" creationId="{00000000-0000-0000-0000-000000000000}"/>
          </ac:spMkLst>
        </pc:spChg>
        <pc:spChg chg="mod">
          <ac:chgData name="Aldeia Machado, Luiz Carlos" userId="12747613-8458-429d-9687-5a83db32eeae" providerId="ADAL" clId="{EE3B7790-20EE-46F9-A625-2759176DB3DC}" dt="2025-02-12T17:53:04.628" v="1964" actId="313"/>
          <ac:spMkLst>
            <pc:docMk/>
            <pc:sldMk cId="0" sldId="733"/>
            <ac:spMk id="8" creationId="{C1674C33-8CBE-5643-3516-B8DA7AC6303F}"/>
          </ac:spMkLst>
        </pc:spChg>
      </pc:sldChg>
      <pc:sldChg chg="addSp delSp modSp mod modAnim">
        <pc:chgData name="Aldeia Machado, Luiz Carlos" userId="12747613-8458-429d-9687-5a83db32eeae" providerId="ADAL" clId="{EE3B7790-20EE-46F9-A625-2759176DB3DC}" dt="2025-02-12T15:34:43.357" v="401"/>
        <pc:sldMkLst>
          <pc:docMk/>
          <pc:sldMk cId="1824268163" sldId="734"/>
        </pc:sldMkLst>
        <pc:spChg chg="mod">
          <ac:chgData name="Aldeia Machado, Luiz Carlos" userId="12747613-8458-429d-9687-5a83db32eeae" providerId="ADAL" clId="{EE3B7790-20EE-46F9-A625-2759176DB3DC}" dt="2025-02-12T15:26:15.185" v="77" actId="20577"/>
          <ac:spMkLst>
            <pc:docMk/>
            <pc:sldMk cId="1824268163" sldId="734"/>
            <ac:spMk id="2" creationId="{3303B243-B4AA-4440-F23C-DA5FBC468585}"/>
          </ac:spMkLst>
        </pc:spChg>
        <pc:spChg chg="mod">
          <ac:chgData name="Aldeia Machado, Luiz Carlos" userId="12747613-8458-429d-9687-5a83db32eeae" providerId="ADAL" clId="{EE3B7790-20EE-46F9-A625-2759176DB3DC}" dt="2025-02-12T15:34:20.049" v="397" actId="20577"/>
          <ac:spMkLst>
            <pc:docMk/>
            <pc:sldMk cId="1824268163" sldId="734"/>
            <ac:spMk id="3" creationId="{95436730-46C5-56CD-EDD6-3A08EB16DECC}"/>
          </ac:spMkLst>
        </pc:spChg>
        <pc:grpChg chg="del">
          <ac:chgData name="Aldeia Machado, Luiz Carlos" userId="12747613-8458-429d-9687-5a83db32eeae" providerId="ADAL" clId="{EE3B7790-20EE-46F9-A625-2759176DB3DC}" dt="2025-02-12T15:26:17.463" v="78" actId="478"/>
          <ac:grpSpMkLst>
            <pc:docMk/>
            <pc:sldMk cId="1824268163" sldId="734"/>
            <ac:grpSpMk id="29" creationId="{59BE2716-F1AA-267E-1AA8-0FAEFADBFDD1}"/>
          </ac:grpSpMkLst>
        </pc:grpChg>
        <pc:picChg chg="add del mod">
          <ac:chgData name="Aldeia Machado, Luiz Carlos" userId="12747613-8458-429d-9687-5a83db32eeae" providerId="ADAL" clId="{EE3B7790-20EE-46F9-A625-2759176DB3DC}" dt="2025-02-12T15:34:12.134" v="393" actId="478"/>
          <ac:picMkLst>
            <pc:docMk/>
            <pc:sldMk cId="1824268163" sldId="734"/>
            <ac:picMk id="1026" creationId="{36A80529-A9DD-BCBB-7A2C-96562F18F5FD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648812981" sldId="735"/>
        </pc:sldMkLst>
      </pc:sldChg>
      <pc:sldChg chg="modSp add modAnim">
        <pc:chgData name="Aldeia Machado, Luiz Carlos" userId="12747613-8458-429d-9687-5a83db32eeae" providerId="ADAL" clId="{EE3B7790-20EE-46F9-A625-2759176DB3DC}" dt="2025-02-12T17:33:38.048" v="1167"/>
        <pc:sldMkLst>
          <pc:docMk/>
          <pc:sldMk cId="3996504586" sldId="735"/>
        </pc:sldMkLst>
        <pc:spChg chg="mod">
          <ac:chgData name="Aldeia Machado, Luiz Carlos" userId="12747613-8458-429d-9687-5a83db32eeae" providerId="ADAL" clId="{EE3B7790-20EE-46F9-A625-2759176DB3DC}" dt="2025-02-12T15:44:14.654" v="1123" actId="113"/>
          <ac:spMkLst>
            <pc:docMk/>
            <pc:sldMk cId="3996504586" sldId="735"/>
            <ac:spMk id="3" creationId="{7F475349-B65C-E3B6-F3D2-C2D9E916ED7F}"/>
          </ac:spMkLst>
        </pc:spChg>
      </pc:sldChg>
      <pc:sldChg chg="addSp modSp add mod modAnim">
        <pc:chgData name="Aldeia Machado, Luiz Carlos" userId="12747613-8458-429d-9687-5a83db32eeae" providerId="ADAL" clId="{EE3B7790-20EE-46F9-A625-2759176DB3DC}" dt="2025-02-12T17:44:59.807" v="1917" actId="20577"/>
        <pc:sldMkLst>
          <pc:docMk/>
          <pc:sldMk cId="1777869766" sldId="736"/>
        </pc:sldMkLst>
        <pc:spChg chg="mod">
          <ac:chgData name="Aldeia Machado, Luiz Carlos" userId="12747613-8458-429d-9687-5a83db32eeae" providerId="ADAL" clId="{EE3B7790-20EE-46F9-A625-2759176DB3DC}" dt="2025-02-12T15:45:01.363" v="1165" actId="20577"/>
          <ac:spMkLst>
            <pc:docMk/>
            <pc:sldMk cId="1777869766" sldId="736"/>
            <ac:spMk id="2" creationId="{3D46E83B-62A5-FECF-7616-5AF4752A494F}"/>
          </ac:spMkLst>
        </pc:spChg>
        <pc:spChg chg="mod">
          <ac:chgData name="Aldeia Machado, Luiz Carlos" userId="12747613-8458-429d-9687-5a83db32eeae" providerId="ADAL" clId="{EE3B7790-20EE-46F9-A625-2759176DB3DC}" dt="2025-02-12T17:33:49.399" v="1172" actId="14"/>
          <ac:spMkLst>
            <pc:docMk/>
            <pc:sldMk cId="1777869766" sldId="736"/>
            <ac:spMk id="3" creationId="{3BFF9BB0-B4DC-876B-0631-7B2FAA9F334F}"/>
          </ac:spMkLst>
        </pc:spChg>
        <pc:graphicFrameChg chg="add mod modGraphic">
          <ac:chgData name="Aldeia Machado, Luiz Carlos" userId="12747613-8458-429d-9687-5a83db32eeae" providerId="ADAL" clId="{EE3B7790-20EE-46F9-A625-2759176DB3DC}" dt="2025-02-12T17:44:59.807" v="1917" actId="20577"/>
          <ac:graphicFrameMkLst>
            <pc:docMk/>
            <pc:sldMk cId="1777869766" sldId="736"/>
            <ac:graphicFrameMk id="5" creationId="{38BAF429-C7C1-6E6F-6968-391C7745D26C}"/>
          </ac:graphicFrameMkLst>
        </pc:graphicFrameChg>
      </pc:sldChg>
      <pc:sldChg chg="addSp modSp add mod modAnim">
        <pc:chgData name="Aldeia Machado, Luiz Carlos" userId="12747613-8458-429d-9687-5a83db32eeae" providerId="ADAL" clId="{EE3B7790-20EE-46F9-A625-2759176DB3DC}" dt="2025-02-12T17:52:03.295" v="1937" actId="1076"/>
        <pc:sldMkLst>
          <pc:docMk/>
          <pc:sldMk cId="570806441" sldId="737"/>
        </pc:sldMkLst>
        <pc:spChg chg="mod">
          <ac:chgData name="Aldeia Machado, Luiz Carlos" userId="12747613-8458-429d-9687-5a83db32eeae" providerId="ADAL" clId="{EE3B7790-20EE-46F9-A625-2759176DB3DC}" dt="2025-02-12T17:45:30.475" v="1921" actId="20577"/>
          <ac:spMkLst>
            <pc:docMk/>
            <pc:sldMk cId="570806441" sldId="737"/>
            <ac:spMk id="2" creationId="{E2D19A77-9629-2EAD-5D82-B326C1593AB2}"/>
          </ac:spMkLst>
        </pc:spChg>
        <pc:spChg chg="mod">
          <ac:chgData name="Aldeia Machado, Luiz Carlos" userId="12747613-8458-429d-9687-5a83db32eeae" providerId="ADAL" clId="{EE3B7790-20EE-46F9-A625-2759176DB3DC}" dt="2025-02-12T17:47:00.885" v="1934"/>
          <ac:spMkLst>
            <pc:docMk/>
            <pc:sldMk cId="570806441" sldId="737"/>
            <ac:spMk id="3" creationId="{A5734EC6-DFD1-9FD0-6C9E-B9C1262D0171}"/>
          </ac:spMkLst>
        </pc:spChg>
        <pc:picChg chg="add mod">
          <ac:chgData name="Aldeia Machado, Luiz Carlos" userId="12747613-8458-429d-9687-5a83db32eeae" providerId="ADAL" clId="{EE3B7790-20EE-46F9-A625-2759176DB3DC}" dt="2025-02-12T17:52:03.295" v="1937" actId="1076"/>
          <ac:picMkLst>
            <pc:docMk/>
            <pc:sldMk cId="570806441" sldId="737"/>
            <ac:picMk id="6" creationId="{6F74EF05-C50E-7F5E-5189-E5461ABD9C93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152238485" sldId="737"/>
        </pc:sldMkLst>
      </pc:sldChg>
      <pc:sldChg chg="addSp delSp modSp add mod ord modAnim">
        <pc:chgData name="Aldeia Machado, Luiz Carlos" userId="12747613-8458-429d-9687-5a83db32eeae" providerId="ADAL" clId="{EE3B7790-20EE-46F9-A625-2759176DB3DC}" dt="2025-02-12T19:20:53.654" v="3748"/>
        <pc:sldMkLst>
          <pc:docMk/>
          <pc:sldMk cId="2286099241" sldId="738"/>
        </pc:sldMkLst>
        <pc:spChg chg="mod">
          <ac:chgData name="Aldeia Machado, Luiz Carlos" userId="12747613-8458-429d-9687-5a83db32eeae" providerId="ADAL" clId="{EE3B7790-20EE-46F9-A625-2759176DB3DC}" dt="2025-02-12T17:52:59.594" v="1963" actId="313"/>
          <ac:spMkLst>
            <pc:docMk/>
            <pc:sldMk cId="2286099241" sldId="738"/>
            <ac:spMk id="2" creationId="{998CF6FD-14EC-B33A-BED0-A54181B2E8CF}"/>
          </ac:spMkLst>
        </pc:spChg>
        <pc:spChg chg="mod">
          <ac:chgData name="Aldeia Machado, Luiz Carlos" userId="12747613-8458-429d-9687-5a83db32eeae" providerId="ADAL" clId="{EE3B7790-20EE-46F9-A625-2759176DB3DC}" dt="2025-02-12T18:03:40.648" v="2472" actId="20577"/>
          <ac:spMkLst>
            <pc:docMk/>
            <pc:sldMk cId="2286099241" sldId="738"/>
            <ac:spMk id="3" creationId="{3DCF4613-E32B-B0AF-F459-B0B66EA13A0C}"/>
          </ac:spMkLst>
        </pc:spChg>
        <pc:picChg chg="add del mod">
          <ac:chgData name="Aldeia Machado, Luiz Carlos" userId="12747613-8458-429d-9687-5a83db32eeae" providerId="ADAL" clId="{EE3B7790-20EE-46F9-A625-2759176DB3DC}" dt="2025-02-12T18:03:35.071" v="2468" actId="478"/>
          <ac:picMkLst>
            <pc:docMk/>
            <pc:sldMk cId="2286099241" sldId="738"/>
            <ac:picMk id="6" creationId="{16E1C5B7-83FB-A2A9-ACE9-9E75A3642954}"/>
          </ac:picMkLst>
        </pc:picChg>
        <pc:picChg chg="add del mod">
          <ac:chgData name="Aldeia Machado, Luiz Carlos" userId="12747613-8458-429d-9687-5a83db32eeae" providerId="ADAL" clId="{EE3B7790-20EE-46F9-A625-2759176DB3DC}" dt="2025-02-12T18:03:34.093" v="2467" actId="478"/>
          <ac:picMkLst>
            <pc:docMk/>
            <pc:sldMk cId="2286099241" sldId="738"/>
            <ac:picMk id="8" creationId="{F59B1BE1-6F36-322D-BBBB-2F2C7F260CDF}"/>
          </ac:picMkLst>
        </pc:picChg>
        <pc:picChg chg="add mod">
          <ac:chgData name="Aldeia Machado, Luiz Carlos" userId="12747613-8458-429d-9687-5a83db32eeae" providerId="ADAL" clId="{EE3B7790-20EE-46F9-A625-2759176DB3DC}" dt="2025-02-12T18:04:23.850" v="2474" actId="1076"/>
          <ac:picMkLst>
            <pc:docMk/>
            <pc:sldMk cId="2286099241" sldId="738"/>
            <ac:picMk id="10" creationId="{91139CF3-2781-42F1-A3ED-32C49F5661DC}"/>
          </ac:picMkLst>
        </pc:picChg>
        <pc:picChg chg="add mod">
          <ac:chgData name="Aldeia Machado, Luiz Carlos" userId="12747613-8458-429d-9687-5a83db32eeae" providerId="ADAL" clId="{EE3B7790-20EE-46F9-A625-2759176DB3DC}" dt="2025-02-12T18:05:01.568" v="2476" actId="1076"/>
          <ac:picMkLst>
            <pc:docMk/>
            <pc:sldMk cId="2286099241" sldId="738"/>
            <ac:picMk id="12" creationId="{60F1618F-2956-53C4-7173-B61D6C87F88A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4176553343" sldId="738"/>
        </pc:sldMkLst>
      </pc:sldChg>
      <pc:sldChg chg="addSp modSp add mod modAnim">
        <pc:chgData name="Aldeia Machado, Luiz Carlos" userId="12747613-8458-429d-9687-5a83db32eeae" providerId="ADAL" clId="{EE3B7790-20EE-46F9-A625-2759176DB3DC}" dt="2025-02-12T19:20:56.487" v="3752"/>
        <pc:sldMkLst>
          <pc:docMk/>
          <pc:sldMk cId="480831133" sldId="739"/>
        </pc:sldMkLst>
        <pc:spChg chg="mod">
          <ac:chgData name="Aldeia Machado, Luiz Carlos" userId="12747613-8458-429d-9687-5a83db32eeae" providerId="ADAL" clId="{EE3B7790-20EE-46F9-A625-2759176DB3DC}" dt="2025-02-12T18:02:39.646" v="2458" actId="20577"/>
          <ac:spMkLst>
            <pc:docMk/>
            <pc:sldMk cId="480831133" sldId="739"/>
            <ac:spMk id="3" creationId="{CC3BBEAC-2ADA-07E8-AF3B-9559082E3775}"/>
          </ac:spMkLst>
        </pc:spChg>
        <pc:picChg chg="add mod">
          <ac:chgData name="Aldeia Machado, Luiz Carlos" userId="12747613-8458-429d-9687-5a83db32eeae" providerId="ADAL" clId="{EE3B7790-20EE-46F9-A625-2759176DB3DC}" dt="2025-02-12T18:03:28.588" v="2464" actId="1076"/>
          <ac:picMkLst>
            <pc:docMk/>
            <pc:sldMk cId="480831133" sldId="739"/>
            <ac:picMk id="7" creationId="{B1A91D0B-4EDB-F7D8-3FA4-5B4C30E18D7A}"/>
          </ac:picMkLst>
        </pc:picChg>
        <pc:picChg chg="mod">
          <ac:chgData name="Aldeia Machado, Luiz Carlos" userId="12747613-8458-429d-9687-5a83db32eeae" providerId="ADAL" clId="{EE3B7790-20EE-46F9-A625-2759176DB3DC}" dt="2025-02-12T18:02:46.162" v="2462" actId="1035"/>
          <ac:picMkLst>
            <pc:docMk/>
            <pc:sldMk cId="480831133" sldId="739"/>
            <ac:picMk id="8" creationId="{0CE8581E-21F2-59E8-FA1D-64DC0E28FDFD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419772870" sldId="739"/>
        </pc:sldMkLst>
      </pc:sldChg>
      <pc:sldChg chg="addSp delSp modSp add mod modAnim">
        <pc:chgData name="Aldeia Machado, Luiz Carlos" userId="12747613-8458-429d-9687-5a83db32eeae" providerId="ADAL" clId="{EE3B7790-20EE-46F9-A625-2759176DB3DC}" dt="2025-02-12T19:20:49.080" v="3746"/>
        <pc:sldMkLst>
          <pc:docMk/>
          <pc:sldMk cId="532354762" sldId="740"/>
        </pc:sldMkLst>
        <pc:spChg chg="mod">
          <ac:chgData name="Aldeia Machado, Luiz Carlos" userId="12747613-8458-429d-9687-5a83db32eeae" providerId="ADAL" clId="{EE3B7790-20EE-46F9-A625-2759176DB3DC}" dt="2025-02-12T18:27:28.561" v="2675" actId="20577"/>
          <ac:spMkLst>
            <pc:docMk/>
            <pc:sldMk cId="532354762" sldId="740"/>
            <ac:spMk id="3" creationId="{1DB2DC77-908A-97BA-5712-63E72A72E551}"/>
          </ac:spMkLst>
        </pc:spChg>
        <pc:picChg chg="del">
          <ac:chgData name="Aldeia Machado, Luiz Carlos" userId="12747613-8458-429d-9687-5a83db32eeae" providerId="ADAL" clId="{EE3B7790-20EE-46F9-A625-2759176DB3DC}" dt="2025-02-12T18:22:44.639" v="2478" actId="478"/>
          <ac:picMkLst>
            <pc:docMk/>
            <pc:sldMk cId="532354762" sldId="740"/>
            <ac:picMk id="6" creationId="{45B9FF6E-38BA-67BE-8EC1-3300FF3B0835}"/>
          </ac:picMkLst>
        </pc:picChg>
        <pc:picChg chg="del">
          <ac:chgData name="Aldeia Machado, Luiz Carlos" userId="12747613-8458-429d-9687-5a83db32eeae" providerId="ADAL" clId="{EE3B7790-20EE-46F9-A625-2759176DB3DC}" dt="2025-02-12T18:22:46.481" v="2480" actId="478"/>
          <ac:picMkLst>
            <pc:docMk/>
            <pc:sldMk cId="532354762" sldId="740"/>
            <ac:picMk id="7" creationId="{1965BE11-5A06-83E7-54B7-FF2F729C131A}"/>
          </ac:picMkLst>
        </pc:picChg>
        <pc:picChg chg="del">
          <ac:chgData name="Aldeia Machado, Luiz Carlos" userId="12747613-8458-429d-9687-5a83db32eeae" providerId="ADAL" clId="{EE3B7790-20EE-46F9-A625-2759176DB3DC}" dt="2025-02-12T18:22:45.524" v="2479" actId="478"/>
          <ac:picMkLst>
            <pc:docMk/>
            <pc:sldMk cId="532354762" sldId="740"/>
            <ac:picMk id="8" creationId="{859EA646-6648-08ED-2DC8-03C03A05B12D}"/>
          </ac:picMkLst>
        </pc:picChg>
        <pc:picChg chg="add mod">
          <ac:chgData name="Aldeia Machado, Luiz Carlos" userId="12747613-8458-429d-9687-5a83db32eeae" providerId="ADAL" clId="{EE3B7790-20EE-46F9-A625-2759176DB3DC}" dt="2025-02-12T18:27:18.090" v="2657" actId="1036"/>
          <ac:picMkLst>
            <pc:docMk/>
            <pc:sldMk cId="532354762" sldId="740"/>
            <ac:picMk id="9" creationId="{8C0227F4-DF5F-5A1E-784A-9A0D4398C0A8}"/>
          </ac:picMkLst>
        </pc:picChg>
        <pc:picChg chg="add mod">
          <ac:chgData name="Aldeia Machado, Luiz Carlos" userId="12747613-8458-429d-9687-5a83db32eeae" providerId="ADAL" clId="{EE3B7790-20EE-46F9-A625-2759176DB3DC}" dt="2025-02-12T18:27:16.116" v="2653" actId="1035"/>
          <ac:picMkLst>
            <pc:docMk/>
            <pc:sldMk cId="532354762" sldId="740"/>
            <ac:picMk id="11" creationId="{BE8B0047-3D90-76EA-A99E-2F373D2739B6}"/>
          </ac:picMkLst>
        </pc:picChg>
        <pc:picChg chg="add mod">
          <ac:chgData name="Aldeia Machado, Luiz Carlos" userId="12747613-8458-429d-9687-5a83db32eeae" providerId="ADAL" clId="{EE3B7790-20EE-46F9-A625-2759176DB3DC}" dt="2025-02-12T18:27:38.383" v="2711" actId="1076"/>
          <ac:picMkLst>
            <pc:docMk/>
            <pc:sldMk cId="532354762" sldId="740"/>
            <ac:picMk id="13" creationId="{C5D894BE-87B9-5DEB-E9FC-4BC0FB3799FD}"/>
          </ac:picMkLst>
        </pc:picChg>
        <pc:picChg chg="add del">
          <ac:chgData name="Aldeia Machado, Luiz Carlos" userId="12747613-8458-429d-9687-5a83db32eeae" providerId="ADAL" clId="{EE3B7790-20EE-46F9-A625-2759176DB3DC}" dt="2025-02-12T18:30:00.669" v="2714" actId="478"/>
          <ac:picMkLst>
            <pc:docMk/>
            <pc:sldMk cId="532354762" sldId="740"/>
            <ac:picMk id="15" creationId="{39C209FC-0F5E-7D3A-5328-EE9FDBA67F1F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770561652" sldId="740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421233478" sldId="741"/>
        </pc:sldMkLst>
      </pc:sldChg>
      <pc:sldChg chg="addSp delSp modSp add mod modAnim">
        <pc:chgData name="Aldeia Machado, Luiz Carlos" userId="12747613-8458-429d-9687-5a83db32eeae" providerId="ADAL" clId="{EE3B7790-20EE-46F9-A625-2759176DB3DC}" dt="2025-02-12T19:20:46.110" v="3742"/>
        <pc:sldMkLst>
          <pc:docMk/>
          <pc:sldMk cId="2643167601" sldId="741"/>
        </pc:sldMkLst>
        <pc:spChg chg="mod">
          <ac:chgData name="Aldeia Machado, Luiz Carlos" userId="12747613-8458-429d-9687-5a83db32eeae" providerId="ADAL" clId="{EE3B7790-20EE-46F9-A625-2759176DB3DC}" dt="2025-02-12T18:32:08.380" v="2863" actId="20577"/>
          <ac:spMkLst>
            <pc:docMk/>
            <pc:sldMk cId="2643167601" sldId="741"/>
            <ac:spMk id="3" creationId="{9F08E8CF-07B7-915D-7F11-85C920761138}"/>
          </ac:spMkLst>
        </pc:spChg>
        <pc:picChg chg="add mod">
          <ac:chgData name="Aldeia Machado, Luiz Carlos" userId="12747613-8458-429d-9687-5a83db32eeae" providerId="ADAL" clId="{EE3B7790-20EE-46F9-A625-2759176DB3DC}" dt="2025-02-12T18:33:16.611" v="2868" actId="1076"/>
          <ac:picMkLst>
            <pc:docMk/>
            <pc:sldMk cId="2643167601" sldId="741"/>
            <ac:picMk id="6" creationId="{D8961A24-BBE3-D973-FBF2-DA59B1FD1CEF}"/>
          </ac:picMkLst>
        </pc:picChg>
        <pc:picChg chg="del">
          <ac:chgData name="Aldeia Machado, Luiz Carlos" userId="12747613-8458-429d-9687-5a83db32eeae" providerId="ADAL" clId="{EE3B7790-20EE-46F9-A625-2759176DB3DC}" dt="2025-02-12T18:30:53.810" v="2748" actId="478"/>
          <ac:picMkLst>
            <pc:docMk/>
            <pc:sldMk cId="2643167601" sldId="741"/>
            <ac:picMk id="9" creationId="{79CF302E-C7BE-B88D-B3D7-C32DD59E2623}"/>
          </ac:picMkLst>
        </pc:picChg>
        <pc:picChg chg="del">
          <ac:chgData name="Aldeia Machado, Luiz Carlos" userId="12747613-8458-429d-9687-5a83db32eeae" providerId="ADAL" clId="{EE3B7790-20EE-46F9-A625-2759176DB3DC}" dt="2025-02-12T18:30:57.837" v="2750" actId="478"/>
          <ac:picMkLst>
            <pc:docMk/>
            <pc:sldMk cId="2643167601" sldId="741"/>
            <ac:picMk id="11" creationId="{1ABED0F8-8895-CAC5-79C8-8614AA1E7DAF}"/>
          </ac:picMkLst>
        </pc:picChg>
        <pc:picChg chg="del">
          <ac:chgData name="Aldeia Machado, Luiz Carlos" userId="12747613-8458-429d-9687-5a83db32eeae" providerId="ADAL" clId="{EE3B7790-20EE-46F9-A625-2759176DB3DC}" dt="2025-02-12T18:31:00.058" v="2751" actId="478"/>
          <ac:picMkLst>
            <pc:docMk/>
            <pc:sldMk cId="2643167601" sldId="741"/>
            <ac:picMk id="13" creationId="{D90E5B68-1FE2-0084-5A52-70E7DD4A150E}"/>
          </ac:picMkLst>
        </pc:picChg>
        <pc:picChg chg="mod">
          <ac:chgData name="Aldeia Machado, Luiz Carlos" userId="12747613-8458-429d-9687-5a83db32eeae" providerId="ADAL" clId="{EE3B7790-20EE-46F9-A625-2759176DB3DC}" dt="2025-02-12T18:32:10.570" v="2866" actId="1035"/>
          <ac:picMkLst>
            <pc:docMk/>
            <pc:sldMk cId="2643167601" sldId="741"/>
            <ac:picMk id="15" creationId="{09FD0E46-2698-DE5B-F56E-741E9ECE37CD}"/>
          </ac:picMkLst>
        </pc:picChg>
      </pc:sldChg>
      <pc:sldChg chg="addSp delSp modSp add mod modAnim">
        <pc:chgData name="Aldeia Machado, Luiz Carlos" userId="12747613-8458-429d-9687-5a83db32eeae" providerId="ADAL" clId="{EE3B7790-20EE-46F9-A625-2759176DB3DC}" dt="2025-02-12T19:20:43.220" v="3739"/>
        <pc:sldMkLst>
          <pc:docMk/>
          <pc:sldMk cId="3671526" sldId="742"/>
        </pc:sldMkLst>
        <pc:spChg chg="mod">
          <ac:chgData name="Aldeia Machado, Luiz Carlos" userId="12747613-8458-429d-9687-5a83db32eeae" providerId="ADAL" clId="{EE3B7790-20EE-46F9-A625-2759176DB3DC}" dt="2025-02-12T18:43:34.383" v="3130" actId="20577"/>
          <ac:spMkLst>
            <pc:docMk/>
            <pc:sldMk cId="3671526" sldId="742"/>
            <ac:spMk id="3" creationId="{E30EDA17-8D95-3A08-EE57-E83ECEBF4327}"/>
          </ac:spMkLst>
        </pc:spChg>
        <pc:picChg chg="del">
          <ac:chgData name="Aldeia Machado, Luiz Carlos" userId="12747613-8458-429d-9687-5a83db32eeae" providerId="ADAL" clId="{EE3B7790-20EE-46F9-A625-2759176DB3DC}" dt="2025-02-12T18:35:00.757" v="2871" actId="478"/>
          <ac:picMkLst>
            <pc:docMk/>
            <pc:sldMk cId="3671526" sldId="742"/>
            <ac:picMk id="6" creationId="{8CD09A1A-854E-B55A-5F37-6F82ED3DD65F}"/>
          </ac:picMkLst>
        </pc:picChg>
        <pc:picChg chg="add mod">
          <ac:chgData name="Aldeia Machado, Luiz Carlos" userId="12747613-8458-429d-9687-5a83db32eeae" providerId="ADAL" clId="{EE3B7790-20EE-46F9-A625-2759176DB3DC}" dt="2025-02-12T18:38:31.815" v="2976" actId="1076"/>
          <ac:picMkLst>
            <pc:docMk/>
            <pc:sldMk cId="3671526" sldId="742"/>
            <ac:picMk id="7" creationId="{BE9AEF9B-D116-3457-BAE3-D7EA267E2B9A}"/>
          </ac:picMkLst>
        </pc:picChg>
        <pc:picChg chg="add mod">
          <ac:chgData name="Aldeia Machado, Luiz Carlos" userId="12747613-8458-429d-9687-5a83db32eeae" providerId="ADAL" clId="{EE3B7790-20EE-46F9-A625-2759176DB3DC}" dt="2025-02-12T18:41:45.162" v="2984" actId="1036"/>
          <ac:picMkLst>
            <pc:docMk/>
            <pc:sldMk cId="3671526" sldId="742"/>
            <ac:picMk id="9" creationId="{076A7303-39FE-88F3-3A5B-1E870F5FCDCB}"/>
          </ac:picMkLst>
        </pc:picChg>
        <pc:picChg chg="del">
          <ac:chgData name="Aldeia Machado, Luiz Carlos" userId="12747613-8458-429d-9687-5a83db32eeae" providerId="ADAL" clId="{EE3B7790-20EE-46F9-A625-2759176DB3DC}" dt="2025-02-12T18:34:59.823" v="2870" actId="478"/>
          <ac:picMkLst>
            <pc:docMk/>
            <pc:sldMk cId="3671526" sldId="742"/>
            <ac:picMk id="15" creationId="{9BC1B87F-6F09-67C4-2F46-36D4913BC71A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18289737" sldId="742"/>
        </pc:sldMkLst>
      </pc:sldChg>
      <pc:sldChg chg="addSp delSp modSp add mod modAnim">
        <pc:chgData name="Aldeia Machado, Luiz Carlos" userId="12747613-8458-429d-9687-5a83db32eeae" providerId="ADAL" clId="{EE3B7790-20EE-46F9-A625-2759176DB3DC}" dt="2025-02-12T19:20:40.579" v="3736"/>
        <pc:sldMkLst>
          <pc:docMk/>
          <pc:sldMk cId="942425938" sldId="743"/>
        </pc:sldMkLst>
        <pc:spChg chg="mod">
          <ac:chgData name="Aldeia Machado, Luiz Carlos" userId="12747613-8458-429d-9687-5a83db32eeae" providerId="ADAL" clId="{EE3B7790-20EE-46F9-A625-2759176DB3DC}" dt="2025-02-12T18:45:10.237" v="3172" actId="20577"/>
          <ac:spMkLst>
            <pc:docMk/>
            <pc:sldMk cId="942425938" sldId="743"/>
            <ac:spMk id="3" creationId="{8863103B-9AAA-EE0A-1E90-5A765C3EB519}"/>
          </ac:spMkLst>
        </pc:spChg>
        <pc:picChg chg="add mod">
          <ac:chgData name="Aldeia Machado, Luiz Carlos" userId="12747613-8458-429d-9687-5a83db32eeae" providerId="ADAL" clId="{EE3B7790-20EE-46F9-A625-2759176DB3DC}" dt="2025-02-12T18:43:12.725" v="3105" actId="1076"/>
          <ac:picMkLst>
            <pc:docMk/>
            <pc:sldMk cId="942425938" sldId="743"/>
            <ac:picMk id="6" creationId="{270306A5-BC98-2326-D0BA-B3BEAE5230D3}"/>
          </ac:picMkLst>
        </pc:picChg>
        <pc:picChg chg="del">
          <ac:chgData name="Aldeia Machado, Luiz Carlos" userId="12747613-8458-429d-9687-5a83db32eeae" providerId="ADAL" clId="{EE3B7790-20EE-46F9-A625-2759176DB3DC}" dt="2025-02-12T18:41:51.595" v="2986" actId="478"/>
          <ac:picMkLst>
            <pc:docMk/>
            <pc:sldMk cId="942425938" sldId="743"/>
            <ac:picMk id="7" creationId="{2838E415-92FA-6B66-0DB5-D681B37C627C}"/>
          </ac:picMkLst>
        </pc:picChg>
        <pc:picChg chg="del">
          <ac:chgData name="Aldeia Machado, Luiz Carlos" userId="12747613-8458-429d-9687-5a83db32eeae" providerId="ADAL" clId="{EE3B7790-20EE-46F9-A625-2759176DB3DC}" dt="2025-02-12T18:41:52.515" v="2987" actId="478"/>
          <ac:picMkLst>
            <pc:docMk/>
            <pc:sldMk cId="942425938" sldId="743"/>
            <ac:picMk id="9" creationId="{7F71E3A9-F5EE-94C4-D1C0-CCAFC3071A59}"/>
          </ac:picMkLst>
        </pc:picChg>
        <pc:picChg chg="add mod">
          <ac:chgData name="Aldeia Machado, Luiz Carlos" userId="12747613-8458-429d-9687-5a83db32eeae" providerId="ADAL" clId="{EE3B7790-20EE-46F9-A625-2759176DB3DC}" dt="2025-02-12T18:45:48.122" v="3183" actId="1036"/>
          <ac:picMkLst>
            <pc:docMk/>
            <pc:sldMk cId="942425938" sldId="743"/>
            <ac:picMk id="10" creationId="{CB50ED99-CF49-4335-1BAA-12A7A490347B}"/>
          </ac:picMkLst>
        </pc:picChg>
        <pc:picChg chg="add mod">
          <ac:chgData name="Aldeia Machado, Luiz Carlos" userId="12747613-8458-429d-9687-5a83db32eeae" providerId="ADAL" clId="{EE3B7790-20EE-46F9-A625-2759176DB3DC}" dt="2025-02-12T18:45:53.082" v="3184" actId="1036"/>
          <ac:picMkLst>
            <pc:docMk/>
            <pc:sldMk cId="942425938" sldId="743"/>
            <ac:picMk id="12" creationId="{80AFB7F2-C9CA-F3D7-0D0D-60962BA31606}"/>
          </ac:picMkLst>
        </pc:picChg>
      </pc:sldChg>
      <pc:sldChg chg="add del">
        <pc:chgData name="Aldeia Machado, Luiz Carlos" userId="12747613-8458-429d-9687-5a83db32eeae" providerId="ADAL" clId="{EE3B7790-20EE-46F9-A625-2759176DB3DC}" dt="2025-02-12T18:57:52.984" v="3186" actId="47"/>
        <pc:sldMkLst>
          <pc:docMk/>
          <pc:sldMk cId="196575556" sldId="744"/>
        </pc:sldMkLst>
      </pc:sldChg>
      <pc:sldChg chg="addSp delSp modSp add mod modAnim">
        <pc:chgData name="Aldeia Machado, Luiz Carlos" userId="12747613-8458-429d-9687-5a83db32eeae" providerId="ADAL" clId="{EE3B7790-20EE-46F9-A625-2759176DB3DC}" dt="2025-02-12T19:20:37.768" v="3732"/>
        <pc:sldMkLst>
          <pc:docMk/>
          <pc:sldMk cId="1302107541" sldId="744"/>
        </pc:sldMkLst>
        <pc:spChg chg="mod">
          <ac:chgData name="Aldeia Machado, Luiz Carlos" userId="12747613-8458-429d-9687-5a83db32eeae" providerId="ADAL" clId="{EE3B7790-20EE-46F9-A625-2759176DB3DC}" dt="2025-02-12T19:09:14.159" v="3525" actId="20577"/>
          <ac:spMkLst>
            <pc:docMk/>
            <pc:sldMk cId="1302107541" sldId="744"/>
            <ac:spMk id="3" creationId="{4F3EC2D1-544C-2235-CD5B-ED27D4AE57B5}"/>
          </ac:spMkLst>
        </pc:spChg>
        <pc:picChg chg="add mod">
          <ac:chgData name="Aldeia Machado, Luiz Carlos" userId="12747613-8458-429d-9687-5a83db32eeae" providerId="ADAL" clId="{EE3B7790-20EE-46F9-A625-2759176DB3DC}" dt="2025-02-12T19:09:25.296" v="3526" actId="1076"/>
          <ac:picMkLst>
            <pc:docMk/>
            <pc:sldMk cId="1302107541" sldId="744"/>
            <ac:picMk id="6" creationId="{BD2300B8-6B7E-8D5C-E5FA-3999201C1E5B}"/>
          </ac:picMkLst>
        </pc:picChg>
        <pc:picChg chg="del">
          <ac:chgData name="Aldeia Machado, Luiz Carlos" userId="12747613-8458-429d-9687-5a83db32eeae" providerId="ADAL" clId="{EE3B7790-20EE-46F9-A625-2759176DB3DC}" dt="2025-02-12T18:59:15.304" v="3208" actId="478"/>
          <ac:picMkLst>
            <pc:docMk/>
            <pc:sldMk cId="1302107541" sldId="744"/>
            <ac:picMk id="7" creationId="{C4D727E1-1A6D-BB12-6F58-7F76EE357342}"/>
          </ac:picMkLst>
        </pc:picChg>
        <pc:picChg chg="del">
          <ac:chgData name="Aldeia Machado, Luiz Carlos" userId="12747613-8458-429d-9687-5a83db32eeae" providerId="ADAL" clId="{EE3B7790-20EE-46F9-A625-2759176DB3DC}" dt="2025-02-12T18:59:16.368" v="3209" actId="478"/>
          <ac:picMkLst>
            <pc:docMk/>
            <pc:sldMk cId="1302107541" sldId="744"/>
            <ac:picMk id="9" creationId="{F8A25E22-8D88-D403-3B4C-B0FDE79741B1}"/>
          </ac:picMkLst>
        </pc:picChg>
        <pc:picChg chg="add mod">
          <ac:chgData name="Aldeia Machado, Luiz Carlos" userId="12747613-8458-429d-9687-5a83db32eeae" providerId="ADAL" clId="{EE3B7790-20EE-46F9-A625-2759176DB3DC}" dt="2025-02-12T19:08:47.737" v="3459" actId="1036"/>
          <ac:picMkLst>
            <pc:docMk/>
            <pc:sldMk cId="1302107541" sldId="744"/>
            <ac:picMk id="10" creationId="{7581CCE3-FFBF-7919-58B5-546919DD0FBA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873560857" sldId="744"/>
        </pc:sldMkLst>
      </pc:sldChg>
      <pc:sldChg chg="addSp delSp modSp add mod modAnim">
        <pc:chgData name="Aldeia Machado, Luiz Carlos" userId="12747613-8458-429d-9687-5a83db32eeae" providerId="ADAL" clId="{EE3B7790-20EE-46F9-A625-2759176DB3DC}" dt="2025-02-12T19:20:33.645" v="3729"/>
        <pc:sldMkLst>
          <pc:docMk/>
          <pc:sldMk cId="2745528321" sldId="745"/>
        </pc:sldMkLst>
        <pc:spChg chg="mod">
          <ac:chgData name="Aldeia Machado, Luiz Carlos" userId="12747613-8458-429d-9687-5a83db32eeae" providerId="ADAL" clId="{EE3B7790-20EE-46F9-A625-2759176DB3DC}" dt="2025-02-12T19:03:43.156" v="3370" actId="6549"/>
          <ac:spMkLst>
            <pc:docMk/>
            <pc:sldMk cId="2745528321" sldId="745"/>
            <ac:spMk id="3" creationId="{1FBB00D7-C0A2-78F8-1E2C-71A582CF3210}"/>
          </ac:spMkLst>
        </pc:spChg>
        <pc:picChg chg="del">
          <ac:chgData name="Aldeia Machado, Luiz Carlos" userId="12747613-8458-429d-9687-5a83db32eeae" providerId="ADAL" clId="{EE3B7790-20EE-46F9-A625-2759176DB3DC}" dt="2025-02-12T19:03:36.114" v="3365" actId="478"/>
          <ac:picMkLst>
            <pc:docMk/>
            <pc:sldMk cId="2745528321" sldId="745"/>
            <ac:picMk id="6" creationId="{923BC32A-2133-DBD0-7242-88850D85E7D8}"/>
          </ac:picMkLst>
        </pc:picChg>
        <pc:picChg chg="add mod">
          <ac:chgData name="Aldeia Machado, Luiz Carlos" userId="12747613-8458-429d-9687-5a83db32eeae" providerId="ADAL" clId="{EE3B7790-20EE-46F9-A625-2759176DB3DC}" dt="2025-02-12T19:04:24.224" v="3372" actId="1076"/>
          <ac:picMkLst>
            <pc:docMk/>
            <pc:sldMk cId="2745528321" sldId="745"/>
            <ac:picMk id="7" creationId="{0E5AF57E-BB93-D387-292B-9860648DE77E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841294219" sldId="745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607999196" sldId="746"/>
        </pc:sldMkLst>
      </pc:sldChg>
      <pc:sldChg chg="addSp delSp modSp add mod modAnim">
        <pc:chgData name="Aldeia Machado, Luiz Carlos" userId="12747613-8458-429d-9687-5a83db32eeae" providerId="ADAL" clId="{EE3B7790-20EE-46F9-A625-2759176DB3DC}" dt="2025-02-12T19:20:29.654" v="3728"/>
        <pc:sldMkLst>
          <pc:docMk/>
          <pc:sldMk cId="3028548808" sldId="746"/>
        </pc:sldMkLst>
        <pc:spChg chg="mod">
          <ac:chgData name="Aldeia Machado, Luiz Carlos" userId="12747613-8458-429d-9687-5a83db32eeae" providerId="ADAL" clId="{EE3B7790-20EE-46F9-A625-2759176DB3DC}" dt="2025-02-12T19:19:04.210" v="3610" actId="20577"/>
          <ac:spMkLst>
            <pc:docMk/>
            <pc:sldMk cId="3028548808" sldId="746"/>
            <ac:spMk id="3" creationId="{BECB30FD-1789-C162-8CF4-A468AF587918}"/>
          </ac:spMkLst>
        </pc:spChg>
        <pc:picChg chg="del">
          <ac:chgData name="Aldeia Machado, Luiz Carlos" userId="12747613-8458-429d-9687-5a83db32eeae" providerId="ADAL" clId="{EE3B7790-20EE-46F9-A625-2759176DB3DC}" dt="2025-02-12T19:15:20.358" v="3529" actId="478"/>
          <ac:picMkLst>
            <pc:docMk/>
            <pc:sldMk cId="3028548808" sldId="746"/>
            <ac:picMk id="6" creationId="{10EFC15F-3684-0EBA-734F-FFF55D310E8E}"/>
          </ac:picMkLst>
        </pc:picChg>
        <pc:picChg chg="add mod">
          <ac:chgData name="Aldeia Machado, Luiz Carlos" userId="12747613-8458-429d-9687-5a83db32eeae" providerId="ADAL" clId="{EE3B7790-20EE-46F9-A625-2759176DB3DC}" dt="2025-02-12T19:19:02.588" v="3608" actId="1035"/>
          <ac:picMkLst>
            <pc:docMk/>
            <pc:sldMk cId="3028548808" sldId="746"/>
            <ac:picMk id="7" creationId="{671C2B41-D51B-00F9-5313-A7160E0632CC}"/>
          </ac:picMkLst>
        </pc:picChg>
        <pc:picChg chg="add mod modCrop">
          <ac:chgData name="Aldeia Machado, Luiz Carlos" userId="12747613-8458-429d-9687-5a83db32eeae" providerId="ADAL" clId="{EE3B7790-20EE-46F9-A625-2759176DB3DC}" dt="2025-02-12T19:19:37.977" v="3702" actId="732"/>
          <ac:picMkLst>
            <pc:docMk/>
            <pc:sldMk cId="3028548808" sldId="746"/>
            <ac:picMk id="9" creationId="{FED7365C-6C26-44E6-D28F-4E18B9BF3FD1}"/>
          </ac:picMkLst>
        </pc:picChg>
        <pc:picChg chg="del">
          <ac:chgData name="Aldeia Machado, Luiz Carlos" userId="12747613-8458-429d-9687-5a83db32eeae" providerId="ADAL" clId="{EE3B7790-20EE-46F9-A625-2759176DB3DC}" dt="2025-02-12T19:15:18.492" v="3528" actId="478"/>
          <ac:picMkLst>
            <pc:docMk/>
            <pc:sldMk cId="3028548808" sldId="746"/>
            <ac:picMk id="10" creationId="{9272537A-938C-BF8F-BD1F-4E74D3DBB46C}"/>
          </ac:picMkLst>
        </pc:picChg>
        <pc:picChg chg="add mod modCrop">
          <ac:chgData name="Aldeia Machado, Luiz Carlos" userId="12747613-8458-429d-9687-5a83db32eeae" providerId="ADAL" clId="{EE3B7790-20EE-46F9-A625-2759176DB3DC}" dt="2025-02-12T19:20:02.462" v="3714" actId="1038"/>
          <ac:picMkLst>
            <pc:docMk/>
            <pc:sldMk cId="3028548808" sldId="746"/>
            <ac:picMk id="12" creationId="{19A7BA05-8440-6A49-73B2-D03041527C6B}"/>
          </ac:picMkLst>
        </pc:picChg>
        <pc:cxnChg chg="add mod">
          <ac:chgData name="Aldeia Machado, Luiz Carlos" userId="12747613-8458-429d-9687-5a83db32eeae" providerId="ADAL" clId="{EE3B7790-20EE-46F9-A625-2759176DB3DC}" dt="2025-02-12T19:20:15.773" v="3725" actId="692"/>
          <ac:cxnSpMkLst>
            <pc:docMk/>
            <pc:sldMk cId="3028548808" sldId="746"/>
            <ac:cxnSpMk id="14" creationId="{81D23A25-6B33-9A5C-0947-1364833B06AA}"/>
          </ac:cxnSpMkLst>
        </pc:cxnChg>
      </pc:sldChg>
      <pc:sldChg chg="addSp delSp modSp add mod modAnim">
        <pc:chgData name="Aldeia Machado, Luiz Carlos" userId="12747613-8458-429d-9687-5a83db32eeae" providerId="ADAL" clId="{EE3B7790-20EE-46F9-A625-2759176DB3DC}" dt="2025-02-12T19:30:13.709" v="3840" actId="478"/>
        <pc:sldMkLst>
          <pc:docMk/>
          <pc:sldMk cId="2207238284" sldId="747"/>
        </pc:sldMkLst>
        <pc:spChg chg="mod">
          <ac:chgData name="Aldeia Machado, Luiz Carlos" userId="12747613-8458-429d-9687-5a83db32eeae" providerId="ADAL" clId="{EE3B7790-20EE-46F9-A625-2759176DB3DC}" dt="2025-02-12T19:28:58.932" v="3834"/>
          <ac:spMkLst>
            <pc:docMk/>
            <pc:sldMk cId="2207238284" sldId="747"/>
            <ac:spMk id="3" creationId="{0F62F5A0-5F9A-87CA-F63E-A143B15DD8FF}"/>
          </ac:spMkLst>
        </pc:spChg>
        <pc:picChg chg="add mod">
          <ac:chgData name="Aldeia Machado, Luiz Carlos" userId="12747613-8458-429d-9687-5a83db32eeae" providerId="ADAL" clId="{EE3B7790-20EE-46F9-A625-2759176DB3DC}" dt="2025-02-12T19:29:06.283" v="3835" actId="1076"/>
          <ac:picMkLst>
            <pc:docMk/>
            <pc:sldMk cId="2207238284" sldId="747"/>
            <ac:picMk id="6" creationId="{8060651B-D6AF-78C5-1546-3E47C170347A}"/>
          </ac:picMkLst>
        </pc:picChg>
        <pc:picChg chg="del">
          <ac:chgData name="Aldeia Machado, Luiz Carlos" userId="12747613-8458-429d-9687-5a83db32eeae" providerId="ADAL" clId="{EE3B7790-20EE-46F9-A625-2759176DB3DC}" dt="2025-02-12T19:23:47.322" v="3760" actId="478"/>
          <ac:picMkLst>
            <pc:docMk/>
            <pc:sldMk cId="2207238284" sldId="747"/>
            <ac:picMk id="7" creationId="{0CEB9154-A618-6354-6D4D-DB886233FDAE}"/>
          </ac:picMkLst>
        </pc:picChg>
        <pc:picChg chg="del">
          <ac:chgData name="Aldeia Machado, Luiz Carlos" userId="12747613-8458-429d-9687-5a83db32eeae" providerId="ADAL" clId="{EE3B7790-20EE-46F9-A625-2759176DB3DC}" dt="2025-02-12T19:23:42.502" v="3755" actId="478"/>
          <ac:picMkLst>
            <pc:docMk/>
            <pc:sldMk cId="2207238284" sldId="747"/>
            <ac:picMk id="9" creationId="{F2A57D81-5192-84A3-9544-C8BA773451B8}"/>
          </ac:picMkLst>
        </pc:picChg>
        <pc:picChg chg="add del">
          <ac:chgData name="Aldeia Machado, Luiz Carlos" userId="12747613-8458-429d-9687-5a83db32eeae" providerId="ADAL" clId="{EE3B7790-20EE-46F9-A625-2759176DB3DC}" dt="2025-02-12T19:30:13.709" v="3840" actId="478"/>
          <ac:picMkLst>
            <pc:docMk/>
            <pc:sldMk cId="2207238284" sldId="747"/>
            <ac:picMk id="10" creationId="{AC2B45B8-5CEA-8DED-017F-736172B034B4}"/>
          </ac:picMkLst>
        </pc:picChg>
        <pc:picChg chg="del">
          <ac:chgData name="Aldeia Machado, Luiz Carlos" userId="12747613-8458-429d-9687-5a83db32eeae" providerId="ADAL" clId="{EE3B7790-20EE-46F9-A625-2759176DB3DC}" dt="2025-02-12T19:23:45.222" v="3758" actId="478"/>
          <ac:picMkLst>
            <pc:docMk/>
            <pc:sldMk cId="2207238284" sldId="747"/>
            <ac:picMk id="12" creationId="{B59B2466-83D1-E1AD-7229-111D470BBACA}"/>
          </ac:picMkLst>
        </pc:picChg>
        <pc:picChg chg="add del">
          <ac:chgData name="Aldeia Machado, Luiz Carlos" userId="12747613-8458-429d-9687-5a83db32eeae" providerId="ADAL" clId="{EE3B7790-20EE-46F9-A625-2759176DB3DC}" dt="2025-02-12T19:30:12.342" v="3839" actId="478"/>
          <ac:picMkLst>
            <pc:docMk/>
            <pc:sldMk cId="2207238284" sldId="747"/>
            <ac:picMk id="13" creationId="{D6DC84D5-A337-37D4-5246-06EB4635DDDE}"/>
          </ac:picMkLst>
        </pc:picChg>
        <pc:cxnChg chg="del mod">
          <ac:chgData name="Aldeia Machado, Luiz Carlos" userId="12747613-8458-429d-9687-5a83db32eeae" providerId="ADAL" clId="{EE3B7790-20EE-46F9-A625-2759176DB3DC}" dt="2025-02-12T19:23:46.729" v="3759" actId="478"/>
          <ac:cxnSpMkLst>
            <pc:docMk/>
            <pc:sldMk cId="2207238284" sldId="747"/>
            <ac:cxnSpMk id="14" creationId="{DD91B926-E73F-48B5-6A15-5681EEEBA362}"/>
          </ac:cxnSpMkLst>
        </pc:cxnChg>
      </pc:sldChg>
      <pc:sldChg chg="addSp delSp modSp add mod modAnim">
        <pc:chgData name="Aldeia Machado, Luiz Carlos" userId="12747613-8458-429d-9687-5a83db32eeae" providerId="ADAL" clId="{EE3B7790-20EE-46F9-A625-2759176DB3DC}" dt="2025-02-12T19:32:10.760" v="3857" actId="14100"/>
        <pc:sldMkLst>
          <pc:docMk/>
          <pc:sldMk cId="3466736697" sldId="748"/>
        </pc:sldMkLst>
        <pc:spChg chg="mod">
          <ac:chgData name="Aldeia Machado, Luiz Carlos" userId="12747613-8458-429d-9687-5a83db32eeae" providerId="ADAL" clId="{EE3B7790-20EE-46F9-A625-2759176DB3DC}" dt="2025-02-12T19:30:59.523" v="3849" actId="20577"/>
          <ac:spMkLst>
            <pc:docMk/>
            <pc:sldMk cId="3466736697" sldId="748"/>
            <ac:spMk id="3" creationId="{88173089-E9AA-062B-892E-06029FA69578}"/>
          </ac:spMkLst>
        </pc:spChg>
        <pc:picChg chg="del">
          <ac:chgData name="Aldeia Machado, Luiz Carlos" userId="12747613-8458-429d-9687-5a83db32eeae" providerId="ADAL" clId="{EE3B7790-20EE-46F9-A625-2759176DB3DC}" dt="2025-02-12T19:31:03.285" v="3850" actId="478"/>
          <ac:picMkLst>
            <pc:docMk/>
            <pc:sldMk cId="3466736697" sldId="748"/>
            <ac:picMk id="6" creationId="{38A0E117-7351-EE5E-B2D8-5378F81CAA30}"/>
          </ac:picMkLst>
        </pc:picChg>
        <pc:picChg chg="add mod">
          <ac:chgData name="Aldeia Machado, Luiz Carlos" userId="12747613-8458-429d-9687-5a83db32eeae" providerId="ADAL" clId="{EE3B7790-20EE-46F9-A625-2759176DB3DC}" dt="2025-02-12T19:31:53.610" v="3853" actId="1076"/>
          <ac:picMkLst>
            <pc:docMk/>
            <pc:sldMk cId="3466736697" sldId="748"/>
            <ac:picMk id="7" creationId="{C472089F-0026-5BAE-BC16-95F2CC216A3F}"/>
          </ac:picMkLst>
        </pc:picChg>
        <pc:picChg chg="mod">
          <ac:chgData name="Aldeia Machado, Luiz Carlos" userId="12747613-8458-429d-9687-5a83db32eeae" providerId="ADAL" clId="{EE3B7790-20EE-46F9-A625-2759176DB3DC}" dt="2025-02-12T19:31:11.181" v="3851" actId="1076"/>
          <ac:picMkLst>
            <pc:docMk/>
            <pc:sldMk cId="3466736697" sldId="748"/>
            <ac:picMk id="10" creationId="{228290B2-3E19-2DDF-5C2A-65E5DEE242DD}"/>
          </ac:picMkLst>
        </pc:picChg>
        <pc:picChg chg="del mod">
          <ac:chgData name="Aldeia Machado, Luiz Carlos" userId="12747613-8458-429d-9687-5a83db32eeae" providerId="ADAL" clId="{EE3B7790-20EE-46F9-A625-2759176DB3DC}" dt="2025-02-12T19:30:17.944" v="3842" actId="478"/>
          <ac:picMkLst>
            <pc:docMk/>
            <pc:sldMk cId="3466736697" sldId="748"/>
            <ac:picMk id="13" creationId="{51EB0A30-F02A-7497-F880-F64B8D08F05C}"/>
          </ac:picMkLst>
        </pc:picChg>
        <pc:cxnChg chg="add mod">
          <ac:chgData name="Aldeia Machado, Luiz Carlos" userId="12747613-8458-429d-9687-5a83db32eeae" providerId="ADAL" clId="{EE3B7790-20EE-46F9-A625-2759176DB3DC}" dt="2025-02-12T19:32:10.760" v="3857" actId="14100"/>
          <ac:cxnSpMkLst>
            <pc:docMk/>
            <pc:sldMk cId="3466736697" sldId="748"/>
            <ac:cxnSpMk id="8" creationId="{F7660BD4-7503-2F2A-2F69-3410B6186F2B}"/>
          </ac:cxnSpMkLst>
        </pc:cxn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4100680754" sldId="748"/>
        </pc:sldMkLst>
      </pc:sldChg>
      <pc:sldChg chg="new del">
        <pc:chgData name="Aldeia Machado, Luiz Carlos" userId="12747613-8458-429d-9687-5a83db32eeae" providerId="ADAL" clId="{EE3B7790-20EE-46F9-A625-2759176DB3DC}" dt="2025-02-12T19:32:30.886" v="3859" actId="680"/>
        <pc:sldMkLst>
          <pc:docMk/>
          <pc:sldMk cId="655721144" sldId="749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930662175" sldId="749"/>
        </pc:sldMkLst>
      </pc:sldChg>
      <pc:sldChg chg="delSp modSp add mod delAnim">
        <pc:chgData name="Aldeia Machado, Luiz Carlos" userId="12747613-8458-429d-9687-5a83db32eeae" providerId="ADAL" clId="{EE3B7790-20EE-46F9-A625-2759176DB3DC}" dt="2025-02-12T19:34:15.600" v="4069" actId="20577"/>
        <pc:sldMkLst>
          <pc:docMk/>
          <pc:sldMk cId="2814361838" sldId="749"/>
        </pc:sldMkLst>
        <pc:spChg chg="mod">
          <ac:chgData name="Aldeia Machado, Luiz Carlos" userId="12747613-8458-429d-9687-5a83db32eeae" providerId="ADAL" clId="{EE3B7790-20EE-46F9-A625-2759176DB3DC}" dt="2025-02-12T19:34:15.600" v="4069" actId="20577"/>
          <ac:spMkLst>
            <pc:docMk/>
            <pc:sldMk cId="2814361838" sldId="749"/>
            <ac:spMk id="3" creationId="{A2E0A98C-B836-243B-9E44-7DDD9DD4B54D}"/>
          </ac:spMkLst>
        </pc:spChg>
        <pc:picChg chg="del">
          <ac:chgData name="Aldeia Machado, Luiz Carlos" userId="12747613-8458-429d-9687-5a83db32eeae" providerId="ADAL" clId="{EE3B7790-20EE-46F9-A625-2759176DB3DC}" dt="2025-02-12T19:32:40.563" v="3872" actId="478"/>
          <ac:picMkLst>
            <pc:docMk/>
            <pc:sldMk cId="2814361838" sldId="749"/>
            <ac:picMk id="7" creationId="{A9D65B20-0D89-9120-BBFB-F383D2ECF49F}"/>
          </ac:picMkLst>
        </pc:picChg>
        <pc:picChg chg="del">
          <ac:chgData name="Aldeia Machado, Luiz Carlos" userId="12747613-8458-429d-9687-5a83db32eeae" providerId="ADAL" clId="{EE3B7790-20EE-46F9-A625-2759176DB3DC}" dt="2025-02-12T19:32:38.623" v="3870" actId="478"/>
          <ac:picMkLst>
            <pc:docMk/>
            <pc:sldMk cId="2814361838" sldId="749"/>
            <ac:picMk id="10" creationId="{3F0BE0CB-A827-8294-963F-C1C8B1B37E10}"/>
          </ac:picMkLst>
        </pc:picChg>
        <pc:cxnChg chg="del">
          <ac:chgData name="Aldeia Machado, Luiz Carlos" userId="12747613-8458-429d-9687-5a83db32eeae" providerId="ADAL" clId="{EE3B7790-20EE-46F9-A625-2759176DB3DC}" dt="2025-02-12T19:32:39.639" v="3871" actId="478"/>
          <ac:cxnSpMkLst>
            <pc:docMk/>
            <pc:sldMk cId="2814361838" sldId="749"/>
            <ac:cxnSpMk id="8" creationId="{227C9042-32D4-288B-FB68-30BAB65460F2}"/>
          </ac:cxnSpMkLst>
        </pc:cxnChg>
      </pc:sldChg>
      <pc:sldChg chg="addSp delSp modSp add mod modNotesTx">
        <pc:chgData name="Aldeia Machado, Luiz Carlos" userId="12747613-8458-429d-9687-5a83db32eeae" providerId="ADAL" clId="{EE3B7790-20EE-46F9-A625-2759176DB3DC}" dt="2025-02-12T19:41:03.134" v="4360"/>
        <pc:sldMkLst>
          <pc:docMk/>
          <pc:sldMk cId="2060074004" sldId="750"/>
        </pc:sldMkLst>
        <pc:spChg chg="mod">
          <ac:chgData name="Aldeia Machado, Luiz Carlos" userId="12747613-8458-429d-9687-5a83db32eeae" providerId="ADAL" clId="{EE3B7790-20EE-46F9-A625-2759176DB3DC}" dt="2025-02-12T19:34:36.218" v="4090" actId="20577"/>
          <ac:spMkLst>
            <pc:docMk/>
            <pc:sldMk cId="2060074004" sldId="750"/>
            <ac:spMk id="2" creationId="{E7C36197-FE7B-0A80-5CF4-AA65D8BFFD8B}"/>
          </ac:spMkLst>
        </pc:spChg>
        <pc:spChg chg="mod">
          <ac:chgData name="Aldeia Machado, Luiz Carlos" userId="12747613-8458-429d-9687-5a83db32eeae" providerId="ADAL" clId="{EE3B7790-20EE-46F9-A625-2759176DB3DC}" dt="2025-02-12T19:39:58.034" v="4358" actId="5793"/>
          <ac:spMkLst>
            <pc:docMk/>
            <pc:sldMk cId="2060074004" sldId="750"/>
            <ac:spMk id="3" creationId="{A5362518-E70E-B54E-B463-22C71BAAAC23}"/>
          </ac:spMkLst>
        </pc:spChg>
        <pc:picChg chg="add mod">
          <ac:chgData name="Aldeia Machado, Luiz Carlos" userId="12747613-8458-429d-9687-5a83db32eeae" providerId="ADAL" clId="{EE3B7790-20EE-46F9-A625-2759176DB3DC}" dt="2025-02-12T19:40:05.724" v="4359" actId="1076"/>
          <ac:picMkLst>
            <pc:docMk/>
            <pc:sldMk cId="2060074004" sldId="750"/>
            <ac:picMk id="6" creationId="{354509EE-10A2-3E0D-A603-1B7A3803ED9E}"/>
          </ac:picMkLst>
        </pc:picChg>
        <pc:picChg chg="add del">
          <ac:chgData name="Aldeia Machado, Luiz Carlos" userId="12747613-8458-429d-9687-5a83db32eeae" providerId="ADAL" clId="{EE3B7790-20EE-46F9-A625-2759176DB3DC}" dt="2025-02-12T19:37:06.954" v="4187" actId="22"/>
          <ac:picMkLst>
            <pc:docMk/>
            <pc:sldMk cId="2060074004" sldId="750"/>
            <ac:picMk id="8" creationId="{B90E18D1-54B7-C6A9-4AA4-B31E607B3167}"/>
          </ac:picMkLst>
        </pc:pic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768476900" sldId="750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066221245" sldId="751"/>
        </pc:sldMkLst>
      </pc:sldChg>
      <pc:sldChg chg="addSp delSp modSp add del mod">
        <pc:chgData name="Aldeia Machado, Luiz Carlos" userId="12747613-8458-429d-9687-5a83db32eeae" providerId="ADAL" clId="{EE3B7790-20EE-46F9-A625-2759176DB3DC}" dt="2025-02-12T19:39:21.730" v="4295" actId="47"/>
        <pc:sldMkLst>
          <pc:docMk/>
          <pc:sldMk cId="1332889751" sldId="751"/>
        </pc:sldMkLst>
        <pc:spChg chg="mod">
          <ac:chgData name="Aldeia Machado, Luiz Carlos" userId="12747613-8458-429d-9687-5a83db32eeae" providerId="ADAL" clId="{EE3B7790-20EE-46F9-A625-2759176DB3DC}" dt="2025-02-12T19:39:19.950" v="4294" actId="6549"/>
          <ac:spMkLst>
            <pc:docMk/>
            <pc:sldMk cId="1332889751" sldId="751"/>
            <ac:spMk id="3" creationId="{A5F4E650-33BE-1A6E-34DB-E995CC0B81C3}"/>
          </ac:spMkLst>
        </pc:spChg>
        <pc:spChg chg="add">
          <ac:chgData name="Aldeia Machado, Luiz Carlos" userId="12747613-8458-429d-9687-5a83db32eeae" providerId="ADAL" clId="{EE3B7790-20EE-46F9-A625-2759176DB3DC}" dt="2025-02-12T19:37:47.909" v="4290"/>
          <ac:spMkLst>
            <pc:docMk/>
            <pc:sldMk cId="1332889751" sldId="751"/>
            <ac:spMk id="5" creationId="{8F7E62C2-EE61-3BA1-B576-C70A63A3CE77}"/>
          </ac:spMkLst>
        </pc:spChg>
        <pc:spChg chg="add">
          <ac:chgData name="Aldeia Machado, Luiz Carlos" userId="12747613-8458-429d-9687-5a83db32eeae" providerId="ADAL" clId="{EE3B7790-20EE-46F9-A625-2759176DB3DC}" dt="2025-02-12T19:37:50.514" v="4291"/>
          <ac:spMkLst>
            <pc:docMk/>
            <pc:sldMk cId="1332889751" sldId="751"/>
            <ac:spMk id="7" creationId="{5D31AE01-85B6-39B4-73A8-B0F75CDA7FAF}"/>
          </ac:spMkLst>
        </pc:spChg>
        <pc:picChg chg="del">
          <ac:chgData name="Aldeia Machado, Luiz Carlos" userId="12747613-8458-429d-9687-5a83db32eeae" providerId="ADAL" clId="{EE3B7790-20EE-46F9-A625-2759176DB3DC}" dt="2025-02-12T19:37:12.962" v="4189" actId="478"/>
          <ac:picMkLst>
            <pc:docMk/>
            <pc:sldMk cId="1332889751" sldId="751"/>
            <ac:picMk id="6" creationId="{60D6747D-4268-B163-98CA-399FB5753630}"/>
          </ac:picMkLst>
        </pc:picChg>
      </pc:sldChg>
      <pc:sldChg chg="delSp modSp add mod delAnim">
        <pc:chgData name="Aldeia Machado, Luiz Carlos" userId="12747613-8458-429d-9687-5a83db32eeae" providerId="ADAL" clId="{EE3B7790-20EE-46F9-A625-2759176DB3DC}" dt="2025-02-12T19:42:25.996" v="4461" actId="20577"/>
        <pc:sldMkLst>
          <pc:docMk/>
          <pc:sldMk cId="1638249118" sldId="751"/>
        </pc:sldMkLst>
        <pc:spChg chg="mod">
          <ac:chgData name="Aldeia Machado, Luiz Carlos" userId="12747613-8458-429d-9687-5a83db32eeae" providerId="ADAL" clId="{EE3B7790-20EE-46F9-A625-2759176DB3DC}" dt="2025-02-12T19:42:25.996" v="4461" actId="20577"/>
          <ac:spMkLst>
            <pc:docMk/>
            <pc:sldMk cId="1638249118" sldId="751"/>
            <ac:spMk id="3" creationId="{3F5A60BC-7506-BC2D-3414-D1192A5892E2}"/>
          </ac:spMkLst>
        </pc:spChg>
        <pc:picChg chg="del">
          <ac:chgData name="Aldeia Machado, Luiz Carlos" userId="12747613-8458-429d-9687-5a83db32eeae" providerId="ADAL" clId="{EE3B7790-20EE-46F9-A625-2759176DB3DC}" dt="2025-02-12T19:41:24.662" v="4363" actId="478"/>
          <ac:picMkLst>
            <pc:docMk/>
            <pc:sldMk cId="1638249118" sldId="751"/>
            <ac:picMk id="7" creationId="{78B82A76-012C-744A-F6C5-4DA8D11F417B}"/>
          </ac:picMkLst>
        </pc:picChg>
        <pc:picChg chg="del">
          <ac:chgData name="Aldeia Machado, Luiz Carlos" userId="12747613-8458-429d-9687-5a83db32eeae" providerId="ADAL" clId="{EE3B7790-20EE-46F9-A625-2759176DB3DC}" dt="2025-02-12T19:41:22.994" v="4362" actId="478"/>
          <ac:picMkLst>
            <pc:docMk/>
            <pc:sldMk cId="1638249118" sldId="751"/>
            <ac:picMk id="10" creationId="{AFC5E5E5-412A-FD11-34CC-10FDB664D004}"/>
          </ac:picMkLst>
        </pc:picChg>
        <pc:cxnChg chg="del mod">
          <ac:chgData name="Aldeia Machado, Luiz Carlos" userId="12747613-8458-429d-9687-5a83db32eeae" providerId="ADAL" clId="{EE3B7790-20EE-46F9-A625-2759176DB3DC}" dt="2025-02-12T19:41:25.644" v="4365" actId="478"/>
          <ac:cxnSpMkLst>
            <pc:docMk/>
            <pc:sldMk cId="1638249118" sldId="751"/>
            <ac:cxnSpMk id="8" creationId="{EFF27CBE-E613-94F1-37C6-49C52EBA6252}"/>
          </ac:cxnSpMkLst>
        </pc:cxn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123910560" sldId="752"/>
        </pc:sldMkLst>
      </pc:sldChg>
      <pc:sldChg chg="modSp add modAnim">
        <pc:chgData name="Aldeia Machado, Luiz Carlos" userId="12747613-8458-429d-9687-5a83db32eeae" providerId="ADAL" clId="{EE3B7790-20EE-46F9-A625-2759176DB3DC}" dt="2025-02-12T19:52:31.056" v="4518" actId="255"/>
        <pc:sldMkLst>
          <pc:docMk/>
          <pc:sldMk cId="4020941526" sldId="752"/>
        </pc:sldMkLst>
        <pc:spChg chg="mod">
          <ac:chgData name="Aldeia Machado, Luiz Carlos" userId="12747613-8458-429d-9687-5a83db32eeae" providerId="ADAL" clId="{EE3B7790-20EE-46F9-A625-2759176DB3DC}" dt="2025-02-12T19:52:31.056" v="4518" actId="255"/>
          <ac:spMkLst>
            <pc:docMk/>
            <pc:sldMk cId="4020941526" sldId="752"/>
            <ac:spMk id="3" creationId="{D9089C3A-EEE3-5A83-A2C8-EB6B0D3B52FC}"/>
          </ac:spMkLst>
        </pc:spChg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813340437" sldId="753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013885348" sldId="754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362233035" sldId="755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950873377" sldId="756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840437302" sldId="757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726110556" sldId="758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980224800" sldId="759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4131392271" sldId="760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686017165" sldId="761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897444172" sldId="762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383661755" sldId="763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702137344" sldId="764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1246730192" sldId="765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564451287" sldId="766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484165299" sldId="767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4194443113" sldId="768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901332548" sldId="769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70339383" sldId="770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014108388" sldId="771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806678079" sldId="772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3000503266" sldId="773"/>
        </pc:sldMkLst>
      </pc:sldChg>
      <pc:sldChg chg="del">
        <pc:chgData name="Aldeia Machado, Luiz Carlos" userId="12747613-8458-429d-9687-5a83db32eeae" providerId="ADAL" clId="{EE3B7790-20EE-46F9-A625-2759176DB3DC}" dt="2025-02-12T15:25:50.271" v="47" actId="47"/>
        <pc:sldMkLst>
          <pc:docMk/>
          <pc:sldMk cId="2442344577" sldId="774"/>
        </pc:sldMkLst>
      </pc:sldChg>
    </pc:docChg>
  </pc:docChgLst>
  <pc:docChgLst>
    <pc:chgData name="Aldeia Machado, Luiz Carlos" userId="12747613-8458-429d-9687-5a83db32eeae" providerId="ADAL" clId="{F61B4DB0-3027-414F-BEC4-5723BC933796}"/>
    <pc:docChg chg="undo redo custSel addSld delSld modSld modMainMaster">
      <pc:chgData name="Aldeia Machado, Luiz Carlos" userId="12747613-8458-429d-9687-5a83db32eeae" providerId="ADAL" clId="{F61B4DB0-3027-414F-BEC4-5723BC933796}" dt="2025-01-24T15:05:19.768" v="11386" actId="164"/>
      <pc:docMkLst>
        <pc:docMk/>
      </pc:docMkLst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4198543750" sldId="702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680297153" sldId="713"/>
        </pc:sldMkLst>
      </pc:sldChg>
      <pc:sldChg chg="modSp mod">
        <pc:chgData name="Aldeia Machado, Luiz Carlos" userId="12747613-8458-429d-9687-5a83db32eeae" providerId="ADAL" clId="{F61B4DB0-3027-414F-BEC4-5723BC933796}" dt="2024-12-14T17:11:40.927" v="169" actId="20577"/>
        <pc:sldMkLst>
          <pc:docMk/>
          <pc:sldMk cId="0" sldId="733"/>
        </pc:sldMkLst>
        <pc:spChg chg="mod">
          <ac:chgData name="Aldeia Machado, Luiz Carlos" userId="12747613-8458-429d-9687-5a83db32eeae" providerId="ADAL" clId="{F61B4DB0-3027-414F-BEC4-5723BC933796}" dt="2024-12-14T17:10:52.689" v="97" actId="20577"/>
          <ac:spMkLst>
            <pc:docMk/>
            <pc:sldMk cId="0" sldId="733"/>
            <ac:spMk id="3" creationId="{00000000-0000-0000-0000-000000000000}"/>
          </ac:spMkLst>
        </pc:spChg>
        <pc:spChg chg="mod">
          <ac:chgData name="Aldeia Machado, Luiz Carlos" userId="12747613-8458-429d-9687-5a83db32eeae" providerId="ADAL" clId="{F61B4DB0-3027-414F-BEC4-5723BC933796}" dt="2024-12-14T17:11:40.927" v="169" actId="20577"/>
          <ac:spMkLst>
            <pc:docMk/>
            <pc:sldMk cId="0" sldId="733"/>
            <ac:spMk id="8" creationId="{C1674C33-8CBE-5643-3516-B8DA7AC6303F}"/>
          </ac:spMkLst>
        </pc:spChg>
      </pc:sldChg>
      <pc:sldChg chg="addSp modSp new mod">
        <pc:chgData name="Aldeia Machado, Luiz Carlos" userId="12747613-8458-429d-9687-5a83db32eeae" providerId="ADAL" clId="{F61B4DB0-3027-414F-BEC4-5723BC933796}" dt="2024-12-14T21:36:47.687" v="2181" actId="20577"/>
        <pc:sldMkLst>
          <pc:docMk/>
          <pc:sldMk cId="1824268163" sldId="734"/>
        </pc:sldMkLst>
        <pc:spChg chg="mod">
          <ac:chgData name="Aldeia Machado, Luiz Carlos" userId="12747613-8458-429d-9687-5a83db32eeae" providerId="ADAL" clId="{F61B4DB0-3027-414F-BEC4-5723BC933796}" dt="2024-12-14T21:36:47.687" v="2181" actId="20577"/>
          <ac:spMkLst>
            <pc:docMk/>
            <pc:sldMk cId="1824268163" sldId="734"/>
            <ac:spMk id="2" creationId="{3303B243-B4AA-4440-F23C-DA5FBC468585}"/>
          </ac:spMkLst>
        </pc:spChg>
        <pc:spChg chg="mod">
          <ac:chgData name="Aldeia Machado, Luiz Carlos" userId="12747613-8458-429d-9687-5a83db32eeae" providerId="ADAL" clId="{F61B4DB0-3027-414F-BEC4-5723BC933796}" dt="2024-12-14T17:24:09.560" v="945" actId="14100"/>
          <ac:spMkLst>
            <pc:docMk/>
            <pc:sldMk cId="1824268163" sldId="734"/>
            <ac:spMk id="3" creationId="{95436730-46C5-56CD-EDD6-3A08EB16DECC}"/>
          </ac:spMkLst>
        </pc:spChg>
      </pc:sldChg>
      <pc:sldChg chg="addSp delSp modSp add mod delAnim modAnim">
        <pc:chgData name="Aldeia Machado, Luiz Carlos" userId="12747613-8458-429d-9687-5a83db32eeae" providerId="ADAL" clId="{F61B4DB0-3027-414F-BEC4-5723BC933796}" dt="2024-12-27T13:44:19.572" v="8545" actId="20577"/>
        <pc:sldMkLst>
          <pc:docMk/>
          <pc:sldMk cId="1648812981" sldId="735"/>
        </pc:sldMkLst>
      </pc:sldChg>
      <pc:sldChg chg="addSp delSp modSp new del mod">
        <pc:chgData name="Aldeia Machado, Luiz Carlos" userId="12747613-8458-429d-9687-5a83db32eeae" providerId="ADAL" clId="{F61B4DB0-3027-414F-BEC4-5723BC933796}" dt="2024-12-14T21:32:31.839" v="1960" actId="47"/>
        <pc:sldMkLst>
          <pc:docMk/>
          <pc:sldMk cId="1298499429" sldId="736"/>
        </pc:sldMkLst>
      </pc:sldChg>
      <pc:sldChg chg="addSp delSp modSp add mod">
        <pc:chgData name="Aldeia Machado, Luiz Carlos" userId="12747613-8458-429d-9687-5a83db32eeae" providerId="ADAL" clId="{F61B4DB0-3027-414F-BEC4-5723BC933796}" dt="2024-12-23T18:36:34.907" v="5391" actId="164"/>
        <pc:sldMkLst>
          <pc:docMk/>
          <pc:sldMk cId="2152238485" sldId="737"/>
        </pc:sldMkLst>
      </pc:sldChg>
      <pc:sldChg chg="modSp add mod">
        <pc:chgData name="Aldeia Machado, Luiz Carlos" userId="12747613-8458-429d-9687-5a83db32eeae" providerId="ADAL" clId="{F61B4DB0-3027-414F-BEC4-5723BC933796}" dt="2024-12-14T21:35:56.343" v="2122" actId="20577"/>
        <pc:sldMkLst>
          <pc:docMk/>
          <pc:sldMk cId="4176553343" sldId="738"/>
        </pc:sldMkLst>
      </pc:sldChg>
      <pc:sldChg chg="modSp new mod">
        <pc:chgData name="Aldeia Machado, Luiz Carlos" userId="12747613-8458-429d-9687-5a83db32eeae" providerId="ADAL" clId="{F61B4DB0-3027-414F-BEC4-5723BC933796}" dt="2024-12-27T13:33:35.430" v="8318" actId="20577"/>
        <pc:sldMkLst>
          <pc:docMk/>
          <pc:sldMk cId="1419772870" sldId="739"/>
        </pc:sldMkLst>
      </pc:sldChg>
      <pc:sldChg chg="addSp delSp modSp new mod">
        <pc:chgData name="Aldeia Machado, Luiz Carlos" userId="12747613-8458-429d-9687-5a83db32eeae" providerId="ADAL" clId="{F61B4DB0-3027-414F-BEC4-5723BC933796}" dt="2024-12-27T14:36:24.290" v="9221" actId="20577"/>
        <pc:sldMkLst>
          <pc:docMk/>
          <pc:sldMk cId="2770561652" sldId="740"/>
        </pc:sldMkLst>
      </pc:sldChg>
      <pc:sldChg chg="addSp delSp modSp new mod">
        <pc:chgData name="Aldeia Machado, Luiz Carlos" userId="12747613-8458-429d-9687-5a83db32eeae" providerId="ADAL" clId="{F61B4DB0-3027-414F-BEC4-5723BC933796}" dt="2024-12-24T03:17:27.279" v="6802" actId="313"/>
        <pc:sldMkLst>
          <pc:docMk/>
          <pc:sldMk cId="2421233478" sldId="741"/>
        </pc:sldMkLst>
      </pc:sldChg>
      <pc:sldChg chg="addSp delSp modSp new mod">
        <pc:chgData name="Aldeia Machado, Luiz Carlos" userId="12747613-8458-429d-9687-5a83db32eeae" providerId="ADAL" clId="{F61B4DB0-3027-414F-BEC4-5723BC933796}" dt="2024-12-27T00:15:58.894" v="7259" actId="123"/>
        <pc:sldMkLst>
          <pc:docMk/>
          <pc:sldMk cId="318289737" sldId="742"/>
        </pc:sldMkLst>
      </pc:sldChg>
      <pc:sldChg chg="addSp delSp modSp new del mod">
        <pc:chgData name="Aldeia Machado, Luiz Carlos" userId="12747613-8458-429d-9687-5a83db32eeae" providerId="ADAL" clId="{F61B4DB0-3027-414F-BEC4-5723BC933796}" dt="2024-12-24T03:15:20.277" v="6720" actId="47"/>
        <pc:sldMkLst>
          <pc:docMk/>
          <pc:sldMk cId="1700969364" sldId="74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353919311" sldId="743"/>
        </pc:sldMkLst>
      </pc:sldChg>
      <pc:sldChg chg="addSp delSp modSp new mod">
        <pc:chgData name="Aldeia Machado, Luiz Carlos" userId="12747613-8458-429d-9687-5a83db32eeae" providerId="ADAL" clId="{F61B4DB0-3027-414F-BEC4-5723BC933796}" dt="2025-01-07T22:27:20.667" v="11377" actId="1036"/>
        <pc:sldMkLst>
          <pc:docMk/>
          <pc:sldMk cId="3873560857" sldId="744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50.699" v="7257" actId="123"/>
        <pc:sldMkLst>
          <pc:docMk/>
          <pc:sldMk cId="3841294219" sldId="745"/>
        </pc:sldMkLst>
      </pc:sldChg>
      <pc:sldChg chg="addSp modSp add mod">
        <pc:chgData name="Aldeia Machado, Luiz Carlos" userId="12747613-8458-429d-9687-5a83db32eeae" providerId="ADAL" clId="{F61B4DB0-3027-414F-BEC4-5723BC933796}" dt="2025-01-07T22:27:34.802" v="11379" actId="1036"/>
        <pc:sldMkLst>
          <pc:docMk/>
          <pc:sldMk cId="1607999196" sldId="74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509397474" sldId="747"/>
        </pc:sldMkLst>
      </pc:sldChg>
      <pc:sldChg chg="new del">
        <pc:chgData name="Aldeia Machado, Luiz Carlos" userId="12747613-8458-429d-9687-5a83db32eeae" providerId="ADAL" clId="{F61B4DB0-3027-414F-BEC4-5723BC933796}" dt="2024-12-24T03:15:20.277" v="6720" actId="47"/>
        <pc:sldMkLst>
          <pc:docMk/>
          <pc:sldMk cId="2953254642" sldId="747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114547151" sldId="748"/>
        </pc:sldMkLst>
      </pc:sldChg>
      <pc:sldChg chg="addSp delSp modSp add mod">
        <pc:chgData name="Aldeia Machado, Luiz Carlos" userId="12747613-8458-429d-9687-5a83db32eeae" providerId="ADAL" clId="{F61B4DB0-3027-414F-BEC4-5723BC933796}" dt="2025-01-24T15:05:19.768" v="11386" actId="164"/>
        <pc:sldMkLst>
          <pc:docMk/>
          <pc:sldMk cId="4100680754" sldId="748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42.482" v="7255" actId="123"/>
        <pc:sldMkLst>
          <pc:docMk/>
          <pc:sldMk cId="1930662175" sldId="74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495541435" sldId="74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62426309" sldId="750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39.264" v="7254" actId="123"/>
        <pc:sldMkLst>
          <pc:docMk/>
          <pc:sldMk cId="2768476900" sldId="750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35.982" v="7253" actId="123"/>
        <pc:sldMkLst>
          <pc:docMk/>
          <pc:sldMk cId="1066221245" sldId="751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328397421" sldId="751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32.021" v="7252" actId="123"/>
        <pc:sldMkLst>
          <pc:docMk/>
          <pc:sldMk cId="1123910560" sldId="752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897488613" sldId="752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28.613" v="7251" actId="123"/>
        <pc:sldMkLst>
          <pc:docMk/>
          <pc:sldMk cId="813340437" sldId="75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149302915" sldId="753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23.311" v="7250" actId="123"/>
        <pc:sldMkLst>
          <pc:docMk/>
          <pc:sldMk cId="3013885348" sldId="754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17.689" v="7249" actId="123"/>
        <pc:sldMkLst>
          <pc:docMk/>
          <pc:sldMk cId="1362233035" sldId="755"/>
        </pc:sldMkLst>
      </pc:sldChg>
      <pc:sldChg chg="addSp delSp modSp add mod">
        <pc:chgData name="Aldeia Machado, Luiz Carlos" userId="12747613-8458-429d-9687-5a83db32eeae" providerId="ADAL" clId="{F61B4DB0-3027-414F-BEC4-5723BC933796}" dt="2024-12-27T14:36:56.081" v="9223"/>
        <pc:sldMkLst>
          <pc:docMk/>
          <pc:sldMk cId="1950873377" sldId="756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07.970" v="7247" actId="123"/>
        <pc:sldMkLst>
          <pc:docMk/>
          <pc:sldMk cId="1840437302" sldId="757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5:04.024" v="7246" actId="123"/>
        <pc:sldMkLst>
          <pc:docMk/>
          <pc:sldMk cId="726110556" sldId="758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59.830" v="7245" actId="123"/>
        <pc:sldMkLst>
          <pc:docMk/>
          <pc:sldMk cId="2980224800" sldId="75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672654550" sldId="75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732299872" sldId="760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52.251" v="7244" actId="123"/>
        <pc:sldMkLst>
          <pc:docMk/>
          <pc:sldMk cId="4131392271" sldId="760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48.399" v="7243" actId="123"/>
        <pc:sldMkLst>
          <pc:docMk/>
          <pc:sldMk cId="2686017165" sldId="761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44.531" v="7242" actId="123"/>
        <pc:sldMkLst>
          <pc:docMk/>
          <pc:sldMk cId="897444172" sldId="762"/>
        </pc:sldMkLst>
      </pc:sldChg>
      <pc:sldChg chg="addSp delSp modSp add mod">
        <pc:chgData name="Aldeia Machado, Luiz Carlos" userId="12747613-8458-429d-9687-5a83db32eeae" providerId="ADAL" clId="{F61B4DB0-3027-414F-BEC4-5723BC933796}" dt="2025-01-07T23:15:01.471" v="11385" actId="1036"/>
        <pc:sldMkLst>
          <pc:docMk/>
          <pc:sldMk cId="1383661755" sldId="763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34.406" v="7240" actId="123"/>
        <pc:sldMkLst>
          <pc:docMk/>
          <pc:sldMk cId="702137344" sldId="764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27.432" v="7239" actId="123"/>
        <pc:sldMkLst>
          <pc:docMk/>
          <pc:sldMk cId="1246730192" sldId="765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978320487" sldId="765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23.498" v="7238" actId="123"/>
        <pc:sldMkLst>
          <pc:docMk/>
          <pc:sldMk cId="564451287" sldId="76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505932642" sldId="767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20.104" v="7237" actId="123"/>
        <pc:sldMkLst>
          <pc:docMk/>
          <pc:sldMk cId="3484165299" sldId="767"/>
        </pc:sldMkLst>
      </pc:sldChg>
      <pc:sldChg chg="addSp delSp modSp add mod">
        <pc:chgData name="Aldeia Machado, Luiz Carlos" userId="12747613-8458-429d-9687-5a83db32eeae" providerId="ADAL" clId="{F61B4DB0-3027-414F-BEC4-5723BC933796}" dt="2024-12-27T00:14:16.722" v="7236" actId="123"/>
        <pc:sldMkLst>
          <pc:docMk/>
          <pc:sldMk cId="4194443113" sldId="768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040252844" sldId="769"/>
        </pc:sldMkLst>
      </pc:sldChg>
      <pc:sldChg chg="addSp delSp modSp add mod">
        <pc:chgData name="Aldeia Machado, Luiz Carlos" userId="12747613-8458-429d-9687-5a83db32eeae" providerId="ADAL" clId="{F61B4DB0-3027-414F-BEC4-5723BC933796}" dt="2024-12-27T01:36:58.633" v="7524" actId="1037"/>
        <pc:sldMkLst>
          <pc:docMk/>
          <pc:sldMk cId="2901332548" sldId="769"/>
        </pc:sldMkLst>
      </pc:sldChg>
      <pc:sldChg chg="addSp delSp modSp new mod">
        <pc:chgData name="Aldeia Machado, Luiz Carlos" userId="12747613-8458-429d-9687-5a83db32eeae" providerId="ADAL" clId="{F61B4DB0-3027-414F-BEC4-5723BC933796}" dt="2024-12-27T13:28:06.647" v="8312"/>
        <pc:sldMkLst>
          <pc:docMk/>
          <pc:sldMk cId="270339383" sldId="770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003717625" sldId="770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24410854" sldId="771"/>
        </pc:sldMkLst>
      </pc:sldChg>
      <pc:sldChg chg="addSp delSp modSp add mod">
        <pc:chgData name="Aldeia Machado, Luiz Carlos" userId="12747613-8458-429d-9687-5a83db32eeae" providerId="ADAL" clId="{F61B4DB0-3027-414F-BEC4-5723BC933796}" dt="2024-12-27T13:27:57.033" v="8311" actId="20577"/>
        <pc:sldMkLst>
          <pc:docMk/>
          <pc:sldMk cId="3014108388" sldId="771"/>
        </pc:sldMkLst>
      </pc:sldChg>
      <pc:sldChg chg="modSp new mod">
        <pc:chgData name="Aldeia Machado, Luiz Carlos" userId="12747613-8458-429d-9687-5a83db32eeae" providerId="ADAL" clId="{F61B4DB0-3027-414F-BEC4-5723BC933796}" dt="2024-12-27T15:19:49.850" v="11376" actId="20577"/>
        <pc:sldMkLst>
          <pc:docMk/>
          <pc:sldMk cId="3806678079" sldId="772"/>
        </pc:sldMkLst>
      </pc:sldChg>
      <pc:sldChg chg="addSp delSp modSp add mod">
        <pc:chgData name="Aldeia Machado, Luiz Carlos" userId="12747613-8458-429d-9687-5a83db32eeae" providerId="ADAL" clId="{F61B4DB0-3027-414F-BEC4-5723BC933796}" dt="2024-12-27T14:22:33.382" v="9178" actId="20577"/>
        <pc:sldMkLst>
          <pc:docMk/>
          <pc:sldMk cId="3000503266" sldId="77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543956201" sldId="774"/>
        </pc:sldMkLst>
      </pc:sldChg>
      <pc:sldChg chg="modSp add mod">
        <pc:chgData name="Aldeia Machado, Luiz Carlos" userId="12747613-8458-429d-9687-5a83db32eeae" providerId="ADAL" clId="{F61B4DB0-3027-414F-BEC4-5723BC933796}" dt="2024-12-27T14:55:02.203" v="11325" actId="20577"/>
        <pc:sldMkLst>
          <pc:docMk/>
          <pc:sldMk cId="2442344577" sldId="774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82883379" sldId="775"/>
        </pc:sldMkLst>
      </pc:sldChg>
      <pc:sldChg chg="modSp add del mod">
        <pc:chgData name="Aldeia Machado, Luiz Carlos" userId="12747613-8458-429d-9687-5a83db32eeae" providerId="ADAL" clId="{F61B4DB0-3027-414F-BEC4-5723BC933796}" dt="2024-12-27T14:56:44.426" v="11329" actId="47"/>
        <pc:sldMkLst>
          <pc:docMk/>
          <pc:sldMk cId="121605212" sldId="775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506463805" sldId="77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740269685" sldId="777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757609395" sldId="778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138422431" sldId="77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803650271" sldId="781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238388534" sldId="78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176413083" sldId="785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153558299" sldId="78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218119921" sldId="788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845150171" sldId="78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4390334" sldId="790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757260084" sldId="792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783196709" sldId="79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330145002" sldId="794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127948640" sldId="795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221899081" sldId="79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227459053" sldId="797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784933872" sldId="79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870465525" sldId="800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01669386" sldId="802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452827111" sldId="80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426668050" sldId="804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426669888" sldId="805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163155379" sldId="811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573680381" sldId="81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527420064" sldId="814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277038507" sldId="81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646661904" sldId="817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590882597" sldId="818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407966734" sldId="81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73337915" sldId="820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228812762" sldId="821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684823934" sldId="823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4037885063" sldId="824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332395959" sldId="825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2833288958" sldId="826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393258245" sldId="827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289737153" sldId="828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907027617" sldId="829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964315961" sldId="830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4171542" sldId="831"/>
        </pc:sldMkLst>
      </pc:sldChg>
      <pc:sldChg chg="del">
        <pc:chgData name="Aldeia Machado, Luiz Carlos" userId="12747613-8458-429d-9687-5a83db32eeae" providerId="ADAL" clId="{F61B4DB0-3027-414F-BEC4-5723BC933796}" dt="2024-12-14T17:11:48.478" v="170" actId="47"/>
        <pc:sldMkLst>
          <pc:docMk/>
          <pc:sldMk cId="174788714" sldId="832"/>
        </pc:sldMkLst>
      </pc:sldChg>
      <pc:sldMasterChg chg="modSldLayout">
        <pc:chgData name="Aldeia Machado, Luiz Carlos" userId="12747613-8458-429d-9687-5a83db32eeae" providerId="ADAL" clId="{F61B4DB0-3027-414F-BEC4-5723BC933796}" dt="2024-12-14T17:17:04.593" v="560" actId="255"/>
        <pc:sldMasterMkLst>
          <pc:docMk/>
          <pc:sldMasterMk cId="0" sldId="2147483660"/>
        </pc:sldMasterMkLst>
        <pc:sldLayoutChg chg="modSp">
          <pc:chgData name="Aldeia Machado, Luiz Carlos" userId="12747613-8458-429d-9687-5a83db32eeae" providerId="ADAL" clId="{F61B4DB0-3027-414F-BEC4-5723BC933796}" dt="2024-12-14T17:17:04.593" v="560" actId="255"/>
          <pc:sldLayoutMkLst>
            <pc:docMk/>
            <pc:sldMasterMk cId="0" sldId="2147483660"/>
            <pc:sldLayoutMk cId="2196750147" sldId="2147483681"/>
          </pc:sldLayoutMkLst>
          <pc:spChg chg="mod">
            <ac:chgData name="Aldeia Machado, Luiz Carlos" userId="12747613-8458-429d-9687-5a83db32eeae" providerId="ADAL" clId="{F61B4DB0-3027-414F-BEC4-5723BC933796}" dt="2024-12-14T17:17:04.593" v="560" actId="255"/>
            <ac:spMkLst>
              <pc:docMk/>
              <pc:sldMasterMk cId="0" sldId="2147483660"/>
              <pc:sldLayoutMk cId="2196750147" sldId="2147483681"/>
              <ac:spMk id="3" creationId="{00000000-0000-0000-0000-000000000000}"/>
            </ac:spMkLst>
          </pc:spChg>
        </pc:sldLayoutChg>
      </pc:sldMasterChg>
    </pc:docChg>
  </pc:docChgLst>
  <pc:docChgLst>
    <pc:chgData name="Aldeia Machado, Luiz Carlos" userId="12747613-8458-429d-9687-5a83db32eeae" providerId="ADAL" clId="{3C1BF74F-D726-4D54-BC6A-B36028907129}"/>
    <pc:docChg chg="undo custSel addSld delSld modSld sldOrd">
      <pc:chgData name="Aldeia Machado, Luiz Carlos" userId="12747613-8458-429d-9687-5a83db32eeae" providerId="ADAL" clId="{3C1BF74F-D726-4D54-BC6A-B36028907129}" dt="2024-12-13T11:10:04.662" v="2532" actId="1076"/>
      <pc:docMkLst>
        <pc:docMk/>
      </pc:docMkLst>
      <pc:sldChg chg="delSp modSp add del mod">
        <pc:chgData name="Aldeia Machado, Luiz Carlos" userId="12747613-8458-429d-9687-5a83db32eeae" providerId="ADAL" clId="{3C1BF74F-D726-4D54-BC6A-B36028907129}" dt="2024-12-13T11:09:49.236" v="2509" actId="47"/>
        <pc:sldMkLst>
          <pc:docMk/>
          <pc:sldMk cId="1204441849" sldId="699"/>
        </pc:sldMkLst>
      </pc:sldChg>
      <pc:sldChg chg="add">
        <pc:chgData name="Aldeia Machado, Luiz Carlos" userId="12747613-8458-429d-9687-5a83db32eeae" providerId="ADAL" clId="{3C1BF74F-D726-4D54-BC6A-B36028907129}" dt="2024-12-13T09:37:41.385" v="1885"/>
        <pc:sldMkLst>
          <pc:docMk/>
          <pc:sldMk cId="4198543750" sldId="702"/>
        </pc:sldMkLst>
      </pc:sldChg>
      <pc:sldChg chg="addSp modSp mod">
        <pc:chgData name="Aldeia Machado, Luiz Carlos" userId="12747613-8458-429d-9687-5a83db32eeae" providerId="ADAL" clId="{3C1BF74F-D726-4D54-BC6A-B36028907129}" dt="2024-12-13T09:37:24.168" v="1884"/>
        <pc:sldMkLst>
          <pc:docMk/>
          <pc:sldMk cId="1680297153" sldId="713"/>
        </pc:sldMkLst>
      </pc:sldChg>
      <pc:sldChg chg="addSp delSp modSp add del mod modNotesTx">
        <pc:chgData name="Aldeia Machado, Luiz Carlos" userId="12747613-8458-429d-9687-5a83db32eeae" providerId="ADAL" clId="{3C1BF74F-D726-4D54-BC6A-B36028907129}" dt="2024-12-13T11:05:43.209" v="2383" actId="47"/>
        <pc:sldMkLst>
          <pc:docMk/>
          <pc:sldMk cId="2407817856" sldId="741"/>
        </pc:sldMkLst>
      </pc:sldChg>
      <pc:sldChg chg="modSp add mod ord">
        <pc:chgData name="Aldeia Machado, Luiz Carlos" userId="12747613-8458-429d-9687-5a83db32eeae" providerId="ADAL" clId="{3C1BF74F-D726-4D54-BC6A-B36028907129}" dt="2024-12-13T11:01:08.749" v="2289" actId="20577"/>
        <pc:sldMkLst>
          <pc:docMk/>
          <pc:sldMk cId="2353919311" sldId="743"/>
        </pc:sldMkLst>
      </pc:sldChg>
      <pc:sldChg chg="delSp modSp add mod delAnim modAnim">
        <pc:chgData name="Aldeia Machado, Luiz Carlos" userId="12747613-8458-429d-9687-5a83db32eeae" providerId="ADAL" clId="{3C1BF74F-D726-4D54-BC6A-B36028907129}" dt="2024-12-13T09:37:55.009" v="1888" actId="478"/>
        <pc:sldMkLst>
          <pc:docMk/>
          <pc:sldMk cId="509397474" sldId="747"/>
        </pc:sldMkLst>
      </pc:sldChg>
      <pc:sldChg chg="add">
        <pc:chgData name="Aldeia Machado, Luiz Carlos" userId="12747613-8458-429d-9687-5a83db32eeae" providerId="ADAL" clId="{3C1BF74F-D726-4D54-BC6A-B36028907129}" dt="2024-12-13T09:37:41.385" v="1885"/>
        <pc:sldMkLst>
          <pc:docMk/>
          <pc:sldMk cId="3114547151" sldId="748"/>
        </pc:sldMkLst>
      </pc:sldChg>
      <pc:sldChg chg="add ord">
        <pc:chgData name="Aldeia Machado, Luiz Carlos" userId="12747613-8458-429d-9687-5a83db32eeae" providerId="ADAL" clId="{3C1BF74F-D726-4D54-BC6A-B36028907129}" dt="2024-12-13T10:59:48.268" v="2238"/>
        <pc:sldMkLst>
          <pc:docMk/>
          <pc:sldMk cId="2495541435" sldId="749"/>
        </pc:sldMkLst>
      </pc:sldChg>
      <pc:sldChg chg="add">
        <pc:chgData name="Aldeia Machado, Luiz Carlos" userId="12747613-8458-429d-9687-5a83db32eeae" providerId="ADAL" clId="{3C1BF74F-D726-4D54-BC6A-B36028907129}" dt="2024-12-13T09:37:41.385" v="1885"/>
        <pc:sldMkLst>
          <pc:docMk/>
          <pc:sldMk cId="62426309" sldId="750"/>
        </pc:sldMkLst>
      </pc:sldChg>
      <pc:sldChg chg="add">
        <pc:chgData name="Aldeia Machado, Luiz Carlos" userId="12747613-8458-429d-9687-5a83db32eeae" providerId="ADAL" clId="{3C1BF74F-D726-4D54-BC6A-B36028907129}" dt="2024-12-13T09:37:41.385" v="1885"/>
        <pc:sldMkLst>
          <pc:docMk/>
          <pc:sldMk cId="1328397421" sldId="751"/>
        </pc:sldMkLst>
      </pc:sldChg>
      <pc:sldChg chg="add">
        <pc:chgData name="Aldeia Machado, Luiz Carlos" userId="12747613-8458-429d-9687-5a83db32eeae" providerId="ADAL" clId="{3C1BF74F-D726-4D54-BC6A-B36028907129}" dt="2024-12-13T09:37:41.385" v="1885"/>
        <pc:sldMkLst>
          <pc:docMk/>
          <pc:sldMk cId="3897488613" sldId="752"/>
        </pc:sldMkLst>
      </pc:sldChg>
      <pc:sldChg chg="add">
        <pc:chgData name="Aldeia Machado, Luiz Carlos" userId="12747613-8458-429d-9687-5a83db32eeae" providerId="ADAL" clId="{3C1BF74F-D726-4D54-BC6A-B36028907129}" dt="2024-12-13T09:37:41.385" v="1885"/>
        <pc:sldMkLst>
          <pc:docMk/>
          <pc:sldMk cId="3149302915" sldId="753"/>
        </pc:sldMkLst>
      </pc:sldChg>
      <pc:sldChg chg="addSp modSp mod">
        <pc:chgData name="Aldeia Machado, Luiz Carlos" userId="12747613-8458-429d-9687-5a83db32eeae" providerId="ADAL" clId="{3C1BF74F-D726-4D54-BC6A-B36028907129}" dt="2024-12-13T08:44:21.678" v="208" actId="20577"/>
        <pc:sldMkLst>
          <pc:docMk/>
          <pc:sldMk cId="732299872" sldId="760"/>
        </pc:sldMkLst>
      </pc:sldChg>
      <pc:sldChg chg="del">
        <pc:chgData name="Aldeia Machado, Luiz Carlos" userId="12747613-8458-429d-9687-5a83db32eeae" providerId="ADAL" clId="{3C1BF74F-D726-4D54-BC6A-B36028907129}" dt="2024-12-13T08:07:03.301" v="1" actId="47"/>
        <pc:sldMkLst>
          <pc:docMk/>
          <pc:sldMk cId="2583863552" sldId="762"/>
        </pc:sldMkLst>
      </pc:sldChg>
      <pc:sldChg chg="del">
        <pc:chgData name="Aldeia Machado, Luiz Carlos" userId="12747613-8458-429d-9687-5a83db32eeae" providerId="ADAL" clId="{3C1BF74F-D726-4D54-BC6A-B36028907129}" dt="2024-12-13T08:07:13.539" v="2" actId="47"/>
        <pc:sldMkLst>
          <pc:docMk/>
          <pc:sldMk cId="3039955260" sldId="764"/>
        </pc:sldMkLst>
      </pc:sldChg>
      <pc:sldChg chg="addSp delSp modSp mod modAnim">
        <pc:chgData name="Aldeia Machado, Luiz Carlos" userId="12747613-8458-429d-9687-5a83db32eeae" providerId="ADAL" clId="{3C1BF74F-D726-4D54-BC6A-B36028907129}" dt="2024-12-13T08:44:35.175" v="214" actId="20577"/>
        <pc:sldMkLst>
          <pc:docMk/>
          <pc:sldMk cId="1978320487" sldId="765"/>
        </pc:sldMkLst>
      </pc:sldChg>
      <pc:sldChg chg="delSp modSp del mod delAnim">
        <pc:chgData name="Aldeia Machado, Luiz Carlos" userId="12747613-8458-429d-9687-5a83db32eeae" providerId="ADAL" clId="{3C1BF74F-D726-4D54-BC6A-B36028907129}" dt="2024-12-13T08:08:07.732" v="51" actId="47"/>
        <pc:sldMkLst>
          <pc:docMk/>
          <pc:sldMk cId="3960839566" sldId="766"/>
        </pc:sldMkLst>
      </pc:sldChg>
      <pc:sldChg chg="modSp mod">
        <pc:chgData name="Aldeia Machado, Luiz Carlos" userId="12747613-8458-429d-9687-5a83db32eeae" providerId="ADAL" clId="{3C1BF74F-D726-4D54-BC6A-B36028907129}" dt="2024-12-13T08:16:35.292" v="107" actId="15"/>
        <pc:sldMkLst>
          <pc:docMk/>
          <pc:sldMk cId="505932642" sldId="767"/>
        </pc:sldMkLst>
      </pc:sldChg>
      <pc:sldChg chg="modSp mod">
        <pc:chgData name="Aldeia Machado, Luiz Carlos" userId="12747613-8458-429d-9687-5a83db32eeae" providerId="ADAL" clId="{3C1BF74F-D726-4D54-BC6A-B36028907129}" dt="2024-12-13T09:19:26.139" v="1596" actId="1035"/>
        <pc:sldMkLst>
          <pc:docMk/>
          <pc:sldMk cId="1040252844" sldId="769"/>
        </pc:sldMkLst>
      </pc:sldChg>
      <pc:sldChg chg="addSp modSp mod">
        <pc:chgData name="Aldeia Machado, Luiz Carlos" userId="12747613-8458-429d-9687-5a83db32eeae" providerId="ADAL" clId="{3C1BF74F-D726-4D54-BC6A-B36028907129}" dt="2024-12-13T08:55:09.354" v="465" actId="20577"/>
        <pc:sldMkLst>
          <pc:docMk/>
          <pc:sldMk cId="2003717625" sldId="770"/>
        </pc:sldMkLst>
      </pc:sldChg>
      <pc:sldChg chg="modSp mod">
        <pc:chgData name="Aldeia Machado, Luiz Carlos" userId="12747613-8458-429d-9687-5a83db32eeae" providerId="ADAL" clId="{3C1BF74F-D726-4D54-BC6A-B36028907129}" dt="2024-12-13T08:55:27.812" v="467" actId="20577"/>
        <pc:sldMkLst>
          <pc:docMk/>
          <pc:sldMk cId="124410854" sldId="771"/>
        </pc:sldMkLst>
      </pc:sldChg>
      <pc:sldChg chg="modSp mod">
        <pc:chgData name="Aldeia Machado, Luiz Carlos" userId="12747613-8458-429d-9687-5a83db32eeae" providerId="ADAL" clId="{3C1BF74F-D726-4D54-BC6A-B36028907129}" dt="2024-12-13T08:55:15.900" v="466" actId="20577"/>
        <pc:sldMkLst>
          <pc:docMk/>
          <pc:sldMk cId="82883379" sldId="775"/>
        </pc:sldMkLst>
      </pc:sldChg>
      <pc:sldChg chg="modSp mod">
        <pc:chgData name="Aldeia Machado, Luiz Carlos" userId="12747613-8458-429d-9687-5a83db32eeae" providerId="ADAL" clId="{3C1BF74F-D726-4D54-BC6A-B36028907129}" dt="2024-12-13T10:02:13.042" v="2165" actId="14100"/>
        <pc:sldMkLst>
          <pc:docMk/>
          <pc:sldMk cId="1506463805" sldId="776"/>
        </pc:sldMkLst>
      </pc:sldChg>
      <pc:sldChg chg="modSp mod">
        <pc:chgData name="Aldeia Machado, Luiz Carlos" userId="12747613-8458-429d-9687-5a83db32eeae" providerId="ADAL" clId="{3C1BF74F-D726-4D54-BC6A-B36028907129}" dt="2024-12-13T10:04:18.632" v="2195" actId="14100"/>
        <pc:sldMkLst>
          <pc:docMk/>
          <pc:sldMk cId="1740269685" sldId="777"/>
        </pc:sldMkLst>
      </pc:sldChg>
      <pc:sldChg chg="modSp mod">
        <pc:chgData name="Aldeia Machado, Luiz Carlos" userId="12747613-8458-429d-9687-5a83db32eeae" providerId="ADAL" clId="{3C1BF74F-D726-4D54-BC6A-B36028907129}" dt="2024-12-13T10:04:23.799" v="2196" actId="20577"/>
        <pc:sldMkLst>
          <pc:docMk/>
          <pc:sldMk cId="757609395" sldId="778"/>
        </pc:sldMkLst>
      </pc:sldChg>
      <pc:sldChg chg="addSp delSp modSp mod modAnim">
        <pc:chgData name="Aldeia Machado, Luiz Carlos" userId="12747613-8458-429d-9687-5a83db32eeae" providerId="ADAL" clId="{3C1BF74F-D726-4D54-BC6A-B36028907129}" dt="2024-12-13T09:14:52.975" v="1191" actId="20577"/>
        <pc:sldMkLst>
          <pc:docMk/>
          <pc:sldMk cId="2138422431" sldId="779"/>
        </pc:sldMkLst>
      </pc:sldChg>
      <pc:sldChg chg="addSp delSp modSp mod delAnim modAnim">
        <pc:chgData name="Aldeia Machado, Luiz Carlos" userId="12747613-8458-429d-9687-5a83db32eeae" providerId="ADAL" clId="{3C1BF74F-D726-4D54-BC6A-B36028907129}" dt="2024-12-13T09:17:15.374" v="1553" actId="20577"/>
        <pc:sldMkLst>
          <pc:docMk/>
          <pc:sldMk cId="803650271" sldId="781"/>
        </pc:sldMkLst>
      </pc:sldChg>
      <pc:sldChg chg="modSp mod">
        <pc:chgData name="Aldeia Machado, Luiz Carlos" userId="12747613-8458-429d-9687-5a83db32eeae" providerId="ADAL" clId="{3C1BF74F-D726-4D54-BC6A-B36028907129}" dt="2024-12-13T09:18:09.873" v="1555" actId="20577"/>
        <pc:sldMkLst>
          <pc:docMk/>
          <pc:sldMk cId="3238388534" sldId="783"/>
        </pc:sldMkLst>
      </pc:sldChg>
      <pc:sldChg chg="modSp mod">
        <pc:chgData name="Aldeia Machado, Luiz Carlos" userId="12747613-8458-429d-9687-5a83db32eeae" providerId="ADAL" clId="{3C1BF74F-D726-4D54-BC6A-B36028907129}" dt="2024-12-13T09:20:56.302" v="1604" actId="20577"/>
        <pc:sldMkLst>
          <pc:docMk/>
          <pc:sldMk cId="2176413083" sldId="785"/>
        </pc:sldMkLst>
      </pc:sldChg>
      <pc:sldChg chg="modSp mod">
        <pc:chgData name="Aldeia Machado, Luiz Carlos" userId="12747613-8458-429d-9687-5a83db32eeae" providerId="ADAL" clId="{3C1BF74F-D726-4D54-BC6A-B36028907129}" dt="2024-12-13T09:19:00.053" v="1577" actId="1036"/>
        <pc:sldMkLst>
          <pc:docMk/>
          <pc:sldMk cId="2153558299" sldId="786"/>
        </pc:sldMkLst>
      </pc:sldChg>
      <pc:sldChg chg="modSp mod">
        <pc:chgData name="Aldeia Machado, Luiz Carlos" userId="12747613-8458-429d-9687-5a83db32eeae" providerId="ADAL" clId="{3C1BF74F-D726-4D54-BC6A-B36028907129}" dt="2024-12-13T09:23:43.028" v="1656" actId="20577"/>
        <pc:sldMkLst>
          <pc:docMk/>
          <pc:sldMk cId="845150171" sldId="789"/>
        </pc:sldMkLst>
      </pc:sldChg>
      <pc:sldChg chg="modSp">
        <pc:chgData name="Aldeia Machado, Luiz Carlos" userId="12747613-8458-429d-9687-5a83db32eeae" providerId="ADAL" clId="{3C1BF74F-D726-4D54-BC6A-B36028907129}" dt="2024-12-13T09:22:45.691" v="1625" actId="20577"/>
        <pc:sldMkLst>
          <pc:docMk/>
          <pc:sldMk cId="4390334" sldId="790"/>
        </pc:sldMkLst>
      </pc:sldChg>
      <pc:sldChg chg="modSp mod">
        <pc:chgData name="Aldeia Machado, Luiz Carlos" userId="12747613-8458-429d-9687-5a83db32eeae" providerId="ADAL" clId="{3C1BF74F-D726-4D54-BC6A-B36028907129}" dt="2024-12-13T09:23:14.500" v="1637" actId="1036"/>
        <pc:sldMkLst>
          <pc:docMk/>
          <pc:sldMk cId="757260084" sldId="792"/>
        </pc:sldMkLst>
      </pc:sldChg>
      <pc:sldChg chg="modSp mod">
        <pc:chgData name="Aldeia Machado, Luiz Carlos" userId="12747613-8458-429d-9687-5a83db32eeae" providerId="ADAL" clId="{3C1BF74F-D726-4D54-BC6A-B36028907129}" dt="2024-12-13T09:22:32.351" v="1623" actId="20577"/>
        <pc:sldMkLst>
          <pc:docMk/>
          <pc:sldMk cId="2783196709" sldId="793"/>
        </pc:sldMkLst>
      </pc:sldChg>
      <pc:sldChg chg="modSp mod">
        <pc:chgData name="Aldeia Machado, Luiz Carlos" userId="12747613-8458-429d-9687-5a83db32eeae" providerId="ADAL" clId="{3C1BF74F-D726-4D54-BC6A-B36028907129}" dt="2024-12-13T09:24:04.852" v="1660" actId="20577"/>
        <pc:sldMkLst>
          <pc:docMk/>
          <pc:sldMk cId="2330145002" sldId="794"/>
        </pc:sldMkLst>
      </pc:sldChg>
      <pc:sldChg chg="modSp mod">
        <pc:chgData name="Aldeia Machado, Luiz Carlos" userId="12747613-8458-429d-9687-5a83db32eeae" providerId="ADAL" clId="{3C1BF74F-D726-4D54-BC6A-B36028907129}" dt="2024-12-13T09:24:34.583" v="1662" actId="20577"/>
        <pc:sldMkLst>
          <pc:docMk/>
          <pc:sldMk cId="2127948640" sldId="795"/>
        </pc:sldMkLst>
      </pc:sldChg>
      <pc:sldChg chg="modSp mod">
        <pc:chgData name="Aldeia Machado, Luiz Carlos" userId="12747613-8458-429d-9687-5a83db32eeae" providerId="ADAL" clId="{3C1BF74F-D726-4D54-BC6A-B36028907129}" dt="2024-12-13T09:25:40.272" v="1780" actId="20577"/>
        <pc:sldMkLst>
          <pc:docMk/>
          <pc:sldMk cId="2221899081" sldId="796"/>
        </pc:sldMkLst>
      </pc:sldChg>
      <pc:sldChg chg="modSp mod">
        <pc:chgData name="Aldeia Machado, Luiz Carlos" userId="12747613-8458-429d-9687-5a83db32eeae" providerId="ADAL" clId="{3C1BF74F-D726-4D54-BC6A-B36028907129}" dt="2024-12-13T09:27:00.032" v="1811" actId="20577"/>
        <pc:sldMkLst>
          <pc:docMk/>
          <pc:sldMk cId="3227459053" sldId="797"/>
        </pc:sldMkLst>
      </pc:sldChg>
      <pc:sldChg chg="modSp mod">
        <pc:chgData name="Aldeia Machado, Luiz Carlos" userId="12747613-8458-429d-9687-5a83db32eeae" providerId="ADAL" clId="{3C1BF74F-D726-4D54-BC6A-B36028907129}" dt="2024-12-13T08:20:39.874" v="121" actId="113"/>
        <pc:sldMkLst>
          <pc:docMk/>
          <pc:sldMk cId="201669386" sldId="802"/>
        </pc:sldMkLst>
      </pc:sldChg>
      <pc:sldChg chg="modSp mod">
        <pc:chgData name="Aldeia Machado, Luiz Carlos" userId="12747613-8458-429d-9687-5a83db32eeae" providerId="ADAL" clId="{3C1BF74F-D726-4D54-BC6A-B36028907129}" dt="2024-12-13T08:24:42.854" v="152" actId="113"/>
        <pc:sldMkLst>
          <pc:docMk/>
          <pc:sldMk cId="2452827111" sldId="803"/>
        </pc:sldMkLst>
      </pc:sldChg>
      <pc:sldChg chg="addSp delSp modSp mod">
        <pc:chgData name="Aldeia Machado, Luiz Carlos" userId="12747613-8458-429d-9687-5a83db32eeae" providerId="ADAL" clId="{3C1BF74F-D726-4D54-BC6A-B36028907129}" dt="2024-12-13T09:34:22.565" v="1865" actId="478"/>
        <pc:sldMkLst>
          <pc:docMk/>
          <pc:sldMk cId="3426668050" sldId="804"/>
        </pc:sldMkLst>
      </pc:sldChg>
      <pc:sldChg chg="addSp delSp modSp mod">
        <pc:chgData name="Aldeia Machado, Luiz Carlos" userId="12747613-8458-429d-9687-5a83db32eeae" providerId="ADAL" clId="{3C1BF74F-D726-4D54-BC6A-B36028907129}" dt="2024-12-13T09:34:52.680" v="1874" actId="478"/>
        <pc:sldMkLst>
          <pc:docMk/>
          <pc:sldMk cId="2426669888" sldId="805"/>
        </pc:sldMkLst>
      </pc:sldChg>
      <pc:sldChg chg="modSp mod">
        <pc:chgData name="Aldeia Machado, Luiz Carlos" userId="12747613-8458-429d-9687-5a83db32eeae" providerId="ADAL" clId="{3C1BF74F-D726-4D54-BC6A-B36028907129}" dt="2024-12-13T09:29:10.928" v="1841" actId="113"/>
        <pc:sldMkLst>
          <pc:docMk/>
          <pc:sldMk cId="173337915" sldId="820"/>
        </pc:sldMkLst>
      </pc:sldChg>
      <pc:sldChg chg="modSp">
        <pc:chgData name="Aldeia Machado, Luiz Carlos" userId="12747613-8458-429d-9687-5a83db32eeae" providerId="ADAL" clId="{3C1BF74F-D726-4D54-BC6A-B36028907129}" dt="2024-12-13T09:30:57.402" v="1855" actId="113"/>
        <pc:sldMkLst>
          <pc:docMk/>
          <pc:sldMk cId="2684823934" sldId="823"/>
        </pc:sldMkLst>
      </pc:sldChg>
      <pc:sldChg chg="modSp mod">
        <pc:chgData name="Aldeia Machado, Luiz Carlos" userId="12747613-8458-429d-9687-5a83db32eeae" providerId="ADAL" clId="{3C1BF74F-D726-4D54-BC6A-B36028907129}" dt="2024-12-13T09:23:56.936" v="1658" actId="20577"/>
        <pc:sldMkLst>
          <pc:docMk/>
          <pc:sldMk cId="4037885063" sldId="824"/>
        </pc:sldMkLst>
      </pc:sldChg>
      <pc:sldChg chg="modSp add mod">
        <pc:chgData name="Aldeia Machado, Luiz Carlos" userId="12747613-8458-429d-9687-5a83db32eeae" providerId="ADAL" clId="{3C1BF74F-D726-4D54-BC6A-B36028907129}" dt="2024-12-13T08:44:27.642" v="210" actId="20577"/>
        <pc:sldMkLst>
          <pc:docMk/>
          <pc:sldMk cId="332395959" sldId="825"/>
        </pc:sldMkLst>
      </pc:sldChg>
      <pc:sldChg chg="addSp delSp modSp new mod">
        <pc:chgData name="Aldeia Machado, Luiz Carlos" userId="12747613-8458-429d-9687-5a83db32eeae" providerId="ADAL" clId="{3C1BF74F-D726-4D54-BC6A-B36028907129}" dt="2024-12-13T09:41:31.570" v="2022" actId="20577"/>
        <pc:sldMkLst>
          <pc:docMk/>
          <pc:sldMk cId="2833288958" sldId="826"/>
        </pc:sldMkLst>
      </pc:sldChg>
      <pc:sldChg chg="addSp delSp modSp add mod">
        <pc:chgData name="Aldeia Machado, Luiz Carlos" userId="12747613-8458-429d-9687-5a83db32eeae" providerId="ADAL" clId="{3C1BF74F-D726-4D54-BC6A-B36028907129}" dt="2024-12-13T09:45:05.916" v="2124" actId="1035"/>
        <pc:sldMkLst>
          <pc:docMk/>
          <pc:sldMk cId="1393258245" sldId="827"/>
        </pc:sldMkLst>
      </pc:sldChg>
      <pc:sldChg chg="addSp delSp modSp new mod ord">
        <pc:chgData name="Aldeia Machado, Luiz Carlos" userId="12747613-8458-429d-9687-5a83db32eeae" providerId="ADAL" clId="{3C1BF74F-D726-4D54-BC6A-B36028907129}" dt="2024-12-13T10:07:03.951" v="2234" actId="20577"/>
        <pc:sldMkLst>
          <pc:docMk/>
          <pc:sldMk cId="1289737153" sldId="828"/>
        </pc:sldMkLst>
      </pc:sldChg>
      <pc:sldChg chg="add">
        <pc:chgData name="Aldeia Machado, Luiz Carlos" userId="12747613-8458-429d-9687-5a83db32eeae" providerId="ADAL" clId="{3C1BF74F-D726-4D54-BC6A-B36028907129}" dt="2024-12-13T10:58:20.930" v="2235"/>
        <pc:sldMkLst>
          <pc:docMk/>
          <pc:sldMk cId="1907027617" sldId="829"/>
        </pc:sldMkLst>
      </pc:sldChg>
      <pc:sldChg chg="addSp delSp modSp new mod">
        <pc:chgData name="Aldeia Machado, Luiz Carlos" userId="12747613-8458-429d-9687-5a83db32eeae" providerId="ADAL" clId="{3C1BF74F-D726-4D54-BC6A-B36028907129}" dt="2024-12-13T11:05:40.780" v="2382"/>
        <pc:sldMkLst>
          <pc:docMk/>
          <pc:sldMk cId="1964315961" sldId="830"/>
        </pc:sldMkLst>
      </pc:sldChg>
      <pc:sldChg chg="addSp modSp add mod">
        <pc:chgData name="Aldeia Machado, Luiz Carlos" userId="12747613-8458-429d-9687-5a83db32eeae" providerId="ADAL" clId="{3C1BF74F-D726-4D54-BC6A-B36028907129}" dt="2024-12-13T11:06:28.572" v="2501" actId="1036"/>
        <pc:sldMkLst>
          <pc:docMk/>
          <pc:sldMk cId="14171542" sldId="831"/>
        </pc:sldMkLst>
      </pc:sldChg>
      <pc:sldChg chg="addSp delSp modSp new mod">
        <pc:chgData name="Aldeia Machado, Luiz Carlos" userId="12747613-8458-429d-9687-5a83db32eeae" providerId="ADAL" clId="{3C1BF74F-D726-4D54-BC6A-B36028907129}" dt="2024-12-13T11:10:04.662" v="2532" actId="1076"/>
        <pc:sldMkLst>
          <pc:docMk/>
          <pc:sldMk cId="174788714" sldId="8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DC9B2AF-FF93-9443-8132-C0BAE0160594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D5BBCF3-B909-0E47-AFC1-794F620114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90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96D589F-5847-1648-9C0C-18AD595551BD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DB5684E-388A-574C-9362-1C84C7B37B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5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B5684E-388A-574C-9362-1C84C7B37B8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36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OPENMC_CROSS_SECTIONS=${HOME}/</a:t>
            </a:r>
            <a:r>
              <a:rPr lang="en-US" dirty="0" err="1"/>
              <a:t>cross_sections</a:t>
            </a:r>
            <a:r>
              <a:rPr lang="en-US" dirty="0"/>
              <a:t>/endfb-vii.1-hdf5/cross_sections.xml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B5684E-388A-574C-9362-1C84C7B37B8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237977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D2241"/>
              </a:gs>
              <a:gs pos="100000">
                <a:srgbClr val="002D73"/>
              </a:gs>
            </a:gsLst>
            <a:lin ang="140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" y="6283105"/>
            <a:ext cx="8863724" cy="574896"/>
          </a:xfrm>
          <a:prstGeom prst="rect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862743" y="819342"/>
            <a:ext cx="9405308" cy="194144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lnSpc>
                <a:spcPts val="6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62744" y="2860983"/>
            <a:ext cx="9404349" cy="758825"/>
          </a:xfrm>
        </p:spPr>
        <p:txBody>
          <a:bodyPr>
            <a:normAutofit/>
          </a:bodyPr>
          <a:lstStyle>
            <a:lvl1pPr marL="0" indent="0">
              <a:buNone/>
              <a:defRPr sz="2600" i="1">
                <a:solidFill>
                  <a:srgbClr val="BCD9E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ight Triangle 6"/>
          <p:cNvSpPr/>
          <p:nvPr userDrawn="1"/>
        </p:nvSpPr>
        <p:spPr>
          <a:xfrm flipH="1">
            <a:off x="5903787" y="4949984"/>
            <a:ext cx="6288207" cy="1908018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5903785" y="5214493"/>
            <a:ext cx="6288211" cy="1643513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PSU_ENG_RGB_287_284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139" y="5891930"/>
            <a:ext cx="3739476" cy="100039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1754" y="6367517"/>
            <a:ext cx="6539767" cy="455448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4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</a:t>
            </a:r>
          </a:p>
          <a:p>
            <a:r>
              <a:rPr lang="en-US" sz="1400" b="0" i="1">
                <a:solidFill>
                  <a:schemeClr val="bg1"/>
                </a:solidFill>
                <a:latin typeface="Cambria"/>
                <a:cs typeface="Cambria"/>
              </a:rPr>
              <a:t>Department of Nuclear Engineering</a:t>
            </a:r>
          </a:p>
        </p:txBody>
      </p:sp>
    </p:spTree>
    <p:extLst>
      <p:ext uri="{BB962C8B-B14F-4D97-AF65-F5344CB8AC3E}">
        <p14:creationId xmlns:p14="http://schemas.microsoft.com/office/powerpoint/2010/main" val="291375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64240" cy="63538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19225"/>
            <a:ext cx="11064240" cy="36876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373D37-BFFA-8258-594D-EF3EA9BC9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50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37" y="0"/>
            <a:ext cx="12187767" cy="6858000"/>
          </a:xfrm>
          <a:prstGeom prst="rect">
            <a:avLst/>
          </a:prstGeom>
          <a:gradFill flip="none" rotWithShape="1">
            <a:gsLst>
              <a:gs pos="0">
                <a:srgbClr val="002D73"/>
              </a:gs>
              <a:gs pos="100000">
                <a:srgbClr val="0D2241"/>
              </a:gs>
            </a:gsLst>
            <a:lin ang="312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1754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1974"/>
            <a:ext cx="7198040" cy="26724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PSU_ENG_RGB_287_284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0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4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237" y="0"/>
            <a:ext cx="12187767" cy="6858000"/>
          </a:xfrm>
          <a:prstGeom prst="rect">
            <a:avLst/>
          </a:prstGeom>
          <a:gradFill flip="none" rotWithShape="1">
            <a:gsLst>
              <a:gs pos="0">
                <a:srgbClr val="105091"/>
              </a:gs>
              <a:gs pos="100000">
                <a:srgbClr val="0077D4"/>
              </a:gs>
            </a:gsLst>
            <a:lin ang="126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1754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4" name="Right Triangle 3"/>
          <p:cNvSpPr/>
          <p:nvPr userDrawn="1"/>
        </p:nvSpPr>
        <p:spPr>
          <a:xfrm flipH="1">
            <a:off x="8567351" y="5758189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SU_ENG_RGB_287_284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0"/>
            <a:ext cx="2155504" cy="5766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756389"/>
            <a:ext cx="7161428" cy="2211502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144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bulle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754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703"/>
            <a:ext cx="10972800" cy="1028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88930"/>
            <a:ext cx="10972800" cy="4444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1" y="5758189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SU_ENG_RGB_287_284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0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n-bulle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754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703"/>
            <a:ext cx="10972800" cy="1028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88930"/>
            <a:ext cx="10972800" cy="4444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1" y="5758189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SU_ENG_RGB_287_284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0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0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n-bulle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754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703"/>
            <a:ext cx="10972800" cy="1028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88930"/>
            <a:ext cx="10972800" cy="4444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1" y="5758189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SU_ENG_RGB_287_284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0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4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751317"/>
            <a:ext cx="7315200" cy="397625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462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2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549512"/>
            <a:ext cx="12192000" cy="308488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6511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84318"/>
            <a:ext cx="109728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350" y="6551450"/>
            <a:ext cx="4978400" cy="30654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4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4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710DD-72E8-02EE-C30F-B655E0CBC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53100" y="6551450"/>
            <a:ext cx="685800" cy="308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fld id="{A0CB2D39-3515-48F5-9980-35C78B3C69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nn State Department of Nuclear Engineering">
            <a:extLst>
              <a:ext uri="{FF2B5EF4-FFF2-40B4-BE49-F238E27FC236}">
                <a16:creationId xmlns:a16="http://schemas.microsoft.com/office/drawing/2014/main" id="{2B57410F-5CF4-9999-DE54-18FAFC04B3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51" b="59463"/>
          <a:stretch/>
        </p:blipFill>
        <p:spPr bwMode="auto">
          <a:xfrm>
            <a:off x="10544969" y="6551451"/>
            <a:ext cx="1259681" cy="30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1" r:id="rId2"/>
    <p:sldLayoutId id="2147483689" r:id="rId3"/>
    <p:sldLayoutId id="2147483683" r:id="rId4"/>
    <p:sldLayoutId id="2147483682" r:id="rId5"/>
    <p:sldLayoutId id="2147483690" r:id="rId6"/>
    <p:sldLayoutId id="2147483691" r:id="rId7"/>
    <p:sldLayoutId id="2147483684" r:id="rId8"/>
    <p:sldLayoutId id="2147483685" r:id="rId9"/>
  </p:sldLayoutIdLst>
  <p:hf hdr="0" ftr="0" dt="0"/>
  <p:txStyles>
    <p:titleStyle>
      <a:lvl1pPr algn="l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101576"/>
          </a:solidFill>
          <a:latin typeface="Cambria"/>
          <a:ea typeface="ＭＳ Ｐゴシック" charset="0"/>
          <a:cs typeface="Cambria"/>
        </a:defRPr>
      </a:lvl1pPr>
      <a:lvl2pPr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2pPr>
      <a:lvl3pPr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3pPr>
      <a:lvl4pPr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4pPr>
      <a:lvl5pPr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5pPr>
      <a:lvl6pPr marL="457189"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6pPr>
      <a:lvl7pPr marL="914377"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7pPr>
      <a:lvl8pPr marL="1371566"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8pPr>
      <a:lvl9pPr marL="1828754" algn="l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9pPr>
    </p:titleStyle>
    <p:bodyStyle>
      <a:lvl1pPr marL="342891" indent="-342891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1pPr>
      <a:lvl2pPr marL="742932" indent="-28574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2pPr>
      <a:lvl3pPr marL="1142971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4pPr>
      <a:lvl5pPr marL="2057349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65918" y="4143607"/>
            <a:ext cx="6750088" cy="20330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Speaker: Luiz Aldeia Machado, PhD Candidate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Feb 12, 2025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1674C33-8CBE-5643-3516-B8DA7AC6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918" y="1764059"/>
            <a:ext cx="9860164" cy="2033095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Introduction to Linux and the terminal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B243-B4AA-4440-F23C-DA5FBC46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operational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6730-46C5-56CD-EDD6-3A08EB16D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1969 – </a:t>
            </a:r>
            <a:r>
              <a:rPr lang="en-US" dirty="0"/>
              <a:t>Ken Thompson and Dennis Ritchie developed Unix (a simple and portable operational system)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1970 - </a:t>
            </a:r>
            <a:r>
              <a:rPr lang="en-US" dirty="0"/>
              <a:t> Unix spread to universities and research institutions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1983 - </a:t>
            </a:r>
            <a:r>
              <a:rPr lang="en-US" dirty="0"/>
              <a:t>Richard Stallman launches the GNU Project to create a free Unix-like operational system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1991 - </a:t>
            </a:r>
            <a:r>
              <a:rPr lang="en-US" dirty="0"/>
              <a:t>Linus Torvalds, a Finnish computer science student, begins developing a new free and open-source Unix-like kernel as a hobby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1992 - </a:t>
            </a:r>
            <a:r>
              <a:rPr lang="en-US" dirty="0"/>
              <a:t>Linux is licensed under the GNU General Public License (GPL), ensuring it remains open-source.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1FAFF-4772-A958-AE00-B2D1DBB67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6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BC6B-A299-283B-4CC1-D57EA801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C841D-C336-614A-89CD-685ABAA7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operational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9C3A-EEE3-5A83-A2C8-EB6B0D3B5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dirty="0"/>
              <a:t>Before starting: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ctr">
              <a:buNone/>
            </a:pPr>
            <a:r>
              <a:rPr lang="en-US" sz="8000" b="1" dirty="0"/>
              <a:t>CLONE THE GITHUB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B781B-8384-A048-20D5-F3D1FE596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4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B98DE-B8CD-4656-06BB-2688ABCE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8983-E0DE-0B86-B1D9-46A6CF8A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operational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75349-B65C-E3B6-F3D2-C2D9E916E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Some of the key advantages of using a Linux based OS are:</a:t>
            </a:r>
          </a:p>
          <a:p>
            <a:pPr lvl="1" algn="just"/>
            <a:r>
              <a:rPr lang="en-US" dirty="0"/>
              <a:t>Linux is open-source and community-driven</a:t>
            </a:r>
          </a:p>
          <a:p>
            <a:pPr lvl="1" algn="just"/>
            <a:r>
              <a:rPr lang="en-US" dirty="0"/>
              <a:t>Linux is secure and stable (ideal for servers and scientific computing)</a:t>
            </a:r>
          </a:p>
          <a:p>
            <a:pPr lvl="1" algn="just"/>
            <a:r>
              <a:rPr lang="en-US" dirty="0"/>
              <a:t>Linux can be customized based on the user needs</a:t>
            </a:r>
          </a:p>
          <a:p>
            <a:pPr lvl="1" algn="just"/>
            <a:r>
              <a:rPr lang="en-US" dirty="0"/>
              <a:t>Linux can run from cellphones to supercomputers (Sawtooth, Frontier, Roar)</a:t>
            </a:r>
          </a:p>
          <a:p>
            <a:pPr marL="457188" lvl="1" indent="0" algn="just">
              <a:buNone/>
            </a:pPr>
            <a:endParaRPr lang="en-US" dirty="0"/>
          </a:p>
          <a:p>
            <a:pPr algn="just"/>
            <a:r>
              <a:rPr lang="en-US" b="1" dirty="0"/>
              <a:t>Some of the downsides of using Linux are:</a:t>
            </a:r>
          </a:p>
          <a:p>
            <a:pPr lvl="1" algn="just"/>
            <a:r>
              <a:rPr lang="en-US" dirty="0"/>
              <a:t>Many proprietary software are not compatible with Linux (including many games)</a:t>
            </a:r>
          </a:p>
          <a:p>
            <a:pPr lvl="1" algn="just"/>
            <a:r>
              <a:rPr lang="en-US" dirty="0"/>
              <a:t>Some hardware may not have official Linux drivers</a:t>
            </a:r>
          </a:p>
          <a:p>
            <a:pPr lvl="1" algn="just"/>
            <a:r>
              <a:rPr lang="en-US" dirty="0"/>
              <a:t>Linux is not as user-friendly as other OS options, which requires, sometimes, more technical knowledge to troubleshooting issues 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1D82C-50DE-7694-AA05-669EA345A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0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A69F-9176-E281-5A50-610FDF65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E83B-62A5-FECF-7616-5AF4752A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vs Windows vs macOS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F9BB0-B4DC-876B-0631-7B2FAA9F3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endParaRPr lang="en-US" dirty="0"/>
          </a:p>
          <a:p>
            <a:pPr lvl="1"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4AAE2-9678-FF88-3A9F-4B8D14050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BAF429-C7C1-6E6F-6968-391C7745D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792089"/>
              </p:ext>
            </p:extLst>
          </p:nvPr>
        </p:nvGraphicFramePr>
        <p:xfrm>
          <a:off x="551060" y="1412240"/>
          <a:ext cx="11089881" cy="403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30">
                  <a:extLst>
                    <a:ext uri="{9D8B030D-6E8A-4147-A177-3AD203B41FA5}">
                      <a16:colId xmlns:a16="http://schemas.microsoft.com/office/drawing/2014/main" val="3857308128"/>
                    </a:ext>
                  </a:extLst>
                </a:gridCol>
                <a:gridCol w="3006099">
                  <a:extLst>
                    <a:ext uri="{9D8B030D-6E8A-4147-A177-3AD203B41FA5}">
                      <a16:colId xmlns:a16="http://schemas.microsoft.com/office/drawing/2014/main" val="1394209466"/>
                    </a:ext>
                  </a:extLst>
                </a:gridCol>
                <a:gridCol w="2982535">
                  <a:extLst>
                    <a:ext uri="{9D8B030D-6E8A-4147-A177-3AD203B41FA5}">
                      <a16:colId xmlns:a16="http://schemas.microsoft.com/office/drawing/2014/main" val="2890486155"/>
                    </a:ext>
                  </a:extLst>
                </a:gridCol>
                <a:gridCol w="2994317">
                  <a:extLst>
                    <a:ext uri="{9D8B030D-6E8A-4147-A177-3AD203B41FA5}">
                      <a16:colId xmlns:a16="http://schemas.microsoft.com/office/drawing/2014/main" val="3559885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241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Highly customizable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Limited UI 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Limited to macOS ecosystem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04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Software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Many open-source programs, lacy of support to many proprietary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Mostly widely supported OS for commercial applications and games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Well-supported for creative applications but lack variety outside the Apple ecosystem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36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Performance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Lightweight, excellent for older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Can be resource-heavy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Highly optimized, smooth experience, but limited hardware choices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48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Highly secure, minimal malware, user control over permissions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Most targeted OS for malware and viruses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Secure, sandboxed applications, fewer security threats than Windows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22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Advanced users, cybersecurity, developers, servers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General users, gaming, office work, enterprise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Creative professionals, Apple ecosystem users, those who prefer a polished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14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86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B931-FABB-C019-5804-E9BBEA95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9A77-9629-2EAD-5D82-B326C159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4EC6-DFD1-9FD0-6C9E-B9C1262D0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dirty="0"/>
              <a:t>Windows Subsystem for Linux (WSL) is a feature of Windows that allows you to run a Linux environment on your Windows machine, without the need for a separate virtual machine or dual booting.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391E1-3096-3B2E-D2B1-7F6803106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74EF05-C50E-7F5E-5189-E5461ABD9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075" y="2640656"/>
            <a:ext cx="6921731" cy="354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0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34BB-0AFB-2187-3A74-DACA932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9792-E7A7-AD39-60CA-7253466A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BEAC-2ADA-07E8-AF3B-9559082E3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List (ls): </a:t>
            </a:r>
            <a:r>
              <a:rPr lang="en-US" dirty="0"/>
              <a:t>the </a:t>
            </a:r>
            <a:r>
              <a:rPr lang="en-US" b="1" dirty="0"/>
              <a:t>ls</a:t>
            </a:r>
            <a:r>
              <a:rPr lang="en-US" dirty="0"/>
              <a:t> command is used to list files and directories in Linux</a:t>
            </a:r>
            <a:r>
              <a:rPr lang="en-US" b="1" dirty="0"/>
              <a:t> </a:t>
            </a:r>
          </a:p>
          <a:p>
            <a:pPr algn="just"/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ls</a:t>
            </a:r>
            <a:r>
              <a:rPr lang="en-US" dirty="0"/>
              <a:t> may be followed by other options, such as:</a:t>
            </a:r>
          </a:p>
          <a:p>
            <a:pPr lvl="1" algn="just"/>
            <a:r>
              <a:rPr lang="en-US" b="1" dirty="0"/>
              <a:t>ls -l: </a:t>
            </a:r>
            <a:r>
              <a:rPr lang="en-US" dirty="0"/>
              <a:t>long format listing (show permissions, owner, size, modification time)</a:t>
            </a:r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ls -a: </a:t>
            </a:r>
            <a:r>
              <a:rPr lang="en-US" dirty="0"/>
              <a:t>shows hidden files</a:t>
            </a:r>
          </a:p>
          <a:p>
            <a:pPr marL="457188" lvl="1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D408E-B433-0430-74AE-9FCB9A168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748858-84D1-0D22-A60A-5C4B82CF2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912" y="1848487"/>
            <a:ext cx="5382376" cy="8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E8581E-21F2-59E8-FA1D-64DC0E28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03" y="3611882"/>
            <a:ext cx="9802593" cy="1362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A91D0B-4EDB-F7D8-3FA4-5B4C30E18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20367"/>
            <a:ext cx="12192000" cy="83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31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89FB-2249-39C1-DE0F-95E559FA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F6FD-14EC-B33A-BED0-A54181B2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F4613-E32B-B0AF-F459-B0B66EA13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lvl="1" algn="just"/>
            <a:r>
              <a:rPr lang="en-US" b="1" dirty="0"/>
              <a:t>ls -h:</a:t>
            </a:r>
            <a:r>
              <a:rPr lang="en-US" dirty="0"/>
              <a:t> human-readable sizes </a:t>
            </a:r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ls -</a:t>
            </a:r>
            <a:r>
              <a:rPr lang="en-US" b="1" dirty="0" err="1"/>
              <a:t>lh</a:t>
            </a:r>
            <a:r>
              <a:rPr lang="en-US" b="1" dirty="0"/>
              <a:t>: </a:t>
            </a:r>
            <a:r>
              <a:rPr lang="en-US" dirty="0"/>
              <a:t>combines ls -l and ls -h for an easy-to-read format</a:t>
            </a:r>
            <a:endParaRPr lang="en-US" b="1" dirty="0"/>
          </a:p>
          <a:p>
            <a:pPr lvl="1"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4DE18-27D5-5EAA-2114-888980964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139CF3-2781-42F1-A3ED-32C49F56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364" y="1969536"/>
            <a:ext cx="5525271" cy="857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F1618F-2956-53C4-7173-B61D6C87F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08" y="3685991"/>
            <a:ext cx="9364382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9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00FC-7C5B-EA50-494B-ACB5BBAC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8D73-9B60-CC01-4EB8-AF0F83BB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2DC77-908A-97BA-5712-63E72A72E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Change directory (cd): </a:t>
            </a:r>
            <a:r>
              <a:rPr lang="en-US" dirty="0"/>
              <a:t>the </a:t>
            </a:r>
            <a:r>
              <a:rPr lang="en-US" b="1" dirty="0"/>
              <a:t>cd</a:t>
            </a:r>
            <a:r>
              <a:rPr lang="en-US" dirty="0"/>
              <a:t> command is used to navigate through directories in Linux. It allows you to move between folders within the filesystem.</a:t>
            </a:r>
          </a:p>
          <a:p>
            <a:pPr lvl="1" algn="just"/>
            <a:r>
              <a:rPr lang="en-US" b="1" dirty="0"/>
              <a:t>cd /path/to/directory: </a:t>
            </a:r>
            <a:r>
              <a:rPr lang="en-US" dirty="0"/>
              <a:t> move to a specific directory</a:t>
            </a:r>
          </a:p>
          <a:p>
            <a:pPr lvl="1" algn="just"/>
            <a:endParaRPr lang="en-US" b="1" dirty="0"/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cd: </a:t>
            </a:r>
            <a:r>
              <a:rPr lang="en-US" dirty="0"/>
              <a:t>go to the home directory</a:t>
            </a:r>
          </a:p>
          <a:p>
            <a:pPr lvl="1" algn="just"/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cd ../:</a:t>
            </a:r>
            <a:r>
              <a:rPr lang="en-US" dirty="0"/>
              <a:t> move one directory up (parent directory)</a:t>
            </a:r>
          </a:p>
          <a:p>
            <a:pPr lvl="1"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EB52B-E1C0-8ADF-17A9-E653A068A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0227F4-DF5F-5A1E-784A-9A0D4398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049" y="2677695"/>
            <a:ext cx="5029902" cy="571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8B0047-3D90-76EA-A99E-2F373D27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414" y="3879381"/>
            <a:ext cx="4772691" cy="552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D894BE-87B9-5DEB-E9FC-4BC0FB37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338" y="5062014"/>
            <a:ext cx="5363323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54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3B75-2DE8-C1FC-9B2C-FD5AC1B6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BAC1-ABC5-E289-FB0D-0E002386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8E8CF-07B7-915D-7F11-85C92076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Make directory (</a:t>
            </a:r>
            <a:r>
              <a:rPr lang="en-US" b="1" dirty="0" err="1"/>
              <a:t>mkdir</a:t>
            </a:r>
            <a:r>
              <a:rPr lang="en-US" b="1" dirty="0"/>
              <a:t>): </a:t>
            </a:r>
            <a:r>
              <a:rPr lang="en-US" dirty="0"/>
              <a:t>the </a:t>
            </a:r>
            <a:r>
              <a:rPr lang="en-US" b="1" dirty="0" err="1"/>
              <a:t>mkdir</a:t>
            </a:r>
            <a:r>
              <a:rPr lang="en-US" dirty="0"/>
              <a:t> command is used to create new directories (folders) in Linux. It allows users to organize files into structured directories.</a:t>
            </a:r>
          </a:p>
          <a:p>
            <a:pPr lvl="1" algn="just"/>
            <a:r>
              <a:rPr lang="en-US" b="1" dirty="0" err="1"/>
              <a:t>mkdir</a:t>
            </a:r>
            <a:r>
              <a:rPr lang="en-US" b="1" dirty="0"/>
              <a:t> </a:t>
            </a:r>
            <a:r>
              <a:rPr lang="en-US" b="1" dirty="0" err="1"/>
              <a:t>folder_name</a:t>
            </a:r>
            <a:r>
              <a:rPr lang="en-US" b="1" dirty="0"/>
              <a:t>: </a:t>
            </a:r>
            <a:r>
              <a:rPr lang="en-US" dirty="0"/>
              <a:t> creates a new directory</a:t>
            </a:r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 err="1"/>
              <a:t>mkdir</a:t>
            </a:r>
            <a:r>
              <a:rPr lang="en-US" b="1" dirty="0"/>
              <a:t> -p parent/child: </a:t>
            </a:r>
            <a:r>
              <a:rPr lang="en-US" dirty="0"/>
              <a:t>create nested directories</a:t>
            </a:r>
          </a:p>
          <a:p>
            <a:pPr lvl="1" algn="just"/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7F3A-41FF-A1DA-7409-A08F518D8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FD0E46-2698-DE5B-F56E-741E9ECE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2626545"/>
            <a:ext cx="7592485" cy="1505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961A24-BBE3-D973-FBF2-DA59B1FD1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24" y="4680358"/>
            <a:ext cx="9678751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6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FA4D-898E-60E1-3D8C-79653E0C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A893-1997-A7BF-5609-6963DA03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DA17-8D95-3A08-EE57-E83ECEBF4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Remove (rm): </a:t>
            </a:r>
            <a:r>
              <a:rPr lang="en-US" dirty="0"/>
              <a:t>the </a:t>
            </a:r>
            <a:r>
              <a:rPr lang="en-US" b="1" dirty="0"/>
              <a:t>rm</a:t>
            </a:r>
            <a:r>
              <a:rPr lang="en-US" dirty="0"/>
              <a:t> command is used to delete files and directories in Linux. It is a powerful command, so be careful when using it, as deleted files cannot be easily recovered.</a:t>
            </a:r>
          </a:p>
          <a:p>
            <a:pPr lvl="1" algn="just"/>
            <a:r>
              <a:rPr lang="en-US" b="1" dirty="0"/>
              <a:t>rm </a:t>
            </a:r>
            <a:r>
              <a:rPr lang="en-US" b="1" dirty="0" err="1"/>
              <a:t>file_name</a:t>
            </a:r>
            <a:r>
              <a:rPr lang="en-US" b="1" dirty="0"/>
              <a:t>: </a:t>
            </a:r>
            <a:r>
              <a:rPr lang="en-US" dirty="0"/>
              <a:t> deletes a file</a:t>
            </a:r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rm -v </a:t>
            </a:r>
            <a:r>
              <a:rPr lang="en-US" b="1" dirty="0" err="1"/>
              <a:t>file_name</a:t>
            </a:r>
            <a:r>
              <a:rPr lang="en-US" b="1" dirty="0"/>
              <a:t>: : </a:t>
            </a:r>
            <a:r>
              <a:rPr lang="en-US" dirty="0"/>
              <a:t>deletes a file and shows verbose output</a:t>
            </a:r>
          </a:p>
          <a:p>
            <a:pPr lvl="1" algn="just"/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8BB8D-38BE-9B8B-20C1-F8A25D26F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AEF9B-D116-3457-BAE3-D7EA267E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2728815"/>
            <a:ext cx="11965070" cy="1400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A7303-39FE-88F3-3A5B-1E870F5F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88" y="4634536"/>
            <a:ext cx="9669224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61BC-F96C-F3EC-A5D7-D4019B47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E29E-03EE-AB47-3633-62AFDFCE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3103B-9AAA-EE0A-1E90-5A765C3EB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rm </a:t>
            </a:r>
            <a:r>
              <a:rPr lang="en-US" dirty="0"/>
              <a:t>cannot delete folders without extra options in the command</a:t>
            </a:r>
          </a:p>
          <a:p>
            <a:pPr lvl="1" algn="just"/>
            <a:r>
              <a:rPr lang="en-US" b="1" dirty="0"/>
              <a:t>rm </a:t>
            </a:r>
            <a:r>
              <a:rPr lang="en-US" b="1" dirty="0" err="1"/>
              <a:t>folder_name</a:t>
            </a:r>
            <a:r>
              <a:rPr lang="en-US" b="1" dirty="0"/>
              <a:t>: </a:t>
            </a:r>
            <a:r>
              <a:rPr lang="en-US" dirty="0"/>
              <a:t> returns an error</a:t>
            </a:r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rm -r </a:t>
            </a:r>
            <a:r>
              <a:rPr lang="en-US" b="1" dirty="0" err="1"/>
              <a:t>folder_name</a:t>
            </a:r>
            <a:r>
              <a:rPr lang="en-US" b="1" dirty="0"/>
              <a:t>: : </a:t>
            </a:r>
            <a:r>
              <a:rPr lang="en-US" dirty="0"/>
              <a:t>deletes a folder</a:t>
            </a:r>
          </a:p>
          <a:p>
            <a:pPr lvl="1" algn="just"/>
            <a:endParaRPr lang="en-US" b="1" dirty="0"/>
          </a:p>
          <a:p>
            <a:pPr lvl="1" algn="just"/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rm -</a:t>
            </a:r>
            <a:r>
              <a:rPr lang="en-US" b="1" dirty="0" err="1"/>
              <a:t>vr</a:t>
            </a:r>
            <a:r>
              <a:rPr lang="en-US" b="1" dirty="0"/>
              <a:t> </a:t>
            </a:r>
            <a:r>
              <a:rPr lang="en-US" b="1" dirty="0" err="1"/>
              <a:t>folder_name</a:t>
            </a:r>
            <a:r>
              <a:rPr lang="en-US" b="1" dirty="0"/>
              <a:t>: : </a:t>
            </a:r>
            <a:r>
              <a:rPr lang="en-US" dirty="0"/>
              <a:t>deletes a folder and shows verbose output</a:t>
            </a:r>
          </a:p>
          <a:p>
            <a:pPr lvl="1" algn="just"/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462DC-95D4-3B60-CCE7-82F773027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0306A5-BC98-2326-D0BA-B3BEAE52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92" y="2292702"/>
            <a:ext cx="5982535" cy="743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50ED99-CF49-4335-1BAA-12A7A4903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231" y="3523986"/>
            <a:ext cx="7973538" cy="981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AFB7F2-C9CA-F3D7-0D0D-60962BA31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175" y="5060855"/>
            <a:ext cx="6211167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2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9A70-C8C5-FF1D-178E-B11A80A9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3DA9-78C4-AADD-6641-01A68740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C2D1-544C-2235-CD5B-ED27D4AE5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Copy (cp): </a:t>
            </a:r>
            <a:r>
              <a:rPr lang="en-US" dirty="0"/>
              <a:t>the </a:t>
            </a:r>
            <a:r>
              <a:rPr lang="en-US" b="1" dirty="0"/>
              <a:t>cp</a:t>
            </a:r>
            <a:r>
              <a:rPr lang="en-US" dirty="0"/>
              <a:t> command is used to copy files and directories in Linux. </a:t>
            </a:r>
          </a:p>
          <a:p>
            <a:pPr lvl="1" algn="just"/>
            <a:r>
              <a:rPr lang="en-US" b="1" dirty="0"/>
              <a:t>cp /path/to/source/file/</a:t>
            </a:r>
            <a:r>
              <a:rPr lang="en-US" b="1" dirty="0" err="1"/>
              <a:t>file_name</a:t>
            </a:r>
            <a:r>
              <a:rPr lang="en-US" b="1" dirty="0"/>
              <a:t> /path/to/directory/: </a:t>
            </a:r>
            <a:r>
              <a:rPr lang="en-US" dirty="0"/>
              <a:t> copy a file from one directory to another</a:t>
            </a:r>
          </a:p>
          <a:p>
            <a:pPr marL="457188" lvl="1" indent="0" algn="just">
              <a:buNone/>
            </a:pPr>
            <a:endParaRPr lang="en-US" b="1" dirty="0"/>
          </a:p>
          <a:p>
            <a:pPr marL="457188" lvl="1" indent="0" algn="just">
              <a:buNone/>
            </a:pPr>
            <a:endParaRPr lang="en-US" b="1" dirty="0"/>
          </a:p>
          <a:p>
            <a:pPr lvl="1" algn="just"/>
            <a:r>
              <a:rPr lang="en-US" b="1" dirty="0"/>
              <a:t>cp -r /path/to/source/file/</a:t>
            </a:r>
            <a:r>
              <a:rPr lang="en-US" b="1" dirty="0" err="1"/>
              <a:t>file_name</a:t>
            </a:r>
            <a:r>
              <a:rPr lang="en-US" b="1" dirty="0"/>
              <a:t> . : </a:t>
            </a:r>
            <a:r>
              <a:rPr lang="en-US" dirty="0"/>
              <a:t>copy a file from one directory to your current directory</a:t>
            </a:r>
          </a:p>
          <a:p>
            <a:pPr lvl="1" algn="just"/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16AB-4452-9B5C-C75F-460882C4B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300B8-6B7E-8D5C-E5FA-3999201C1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28" y="4233536"/>
            <a:ext cx="8164064" cy="1390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81CCE3-FFBF-7919-58B5-546919DD0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178" y="2591993"/>
            <a:ext cx="801164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0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B60B-92F0-4E69-023A-18E146D9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8F6B-A754-5D4C-5B2D-595738E7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00D7-C0A2-78F8-1E2C-71A582CF3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lvl="1" algn="just"/>
            <a:r>
              <a:rPr lang="en-US" b="1" dirty="0"/>
              <a:t>cp -r /path/to/source/file/ /path/to/directory/: </a:t>
            </a:r>
            <a:r>
              <a:rPr lang="en-US" dirty="0"/>
              <a:t>just like rm, we need to add the –r option to our command to copy folders.</a:t>
            </a:r>
          </a:p>
          <a:p>
            <a:pPr lvl="1" algn="just"/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90BC0-DA3C-42D3-DB1F-937DD2966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5AF57E-BB93-D387-292B-9860648D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552" y="2384512"/>
            <a:ext cx="7306695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28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3ACE-002F-E212-BE79-56CB315B4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36E8-D764-0B44-0382-D5D9CA2E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B30FD-1789-C162-8CF4-A468AF587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Print working directory (</a:t>
            </a:r>
            <a:r>
              <a:rPr lang="en-US" b="1" dirty="0" err="1"/>
              <a:t>pwd</a:t>
            </a:r>
            <a:r>
              <a:rPr lang="en-US" b="1" dirty="0"/>
              <a:t>): </a:t>
            </a:r>
            <a:r>
              <a:rPr lang="en-US" dirty="0"/>
              <a:t>the </a:t>
            </a:r>
            <a:r>
              <a:rPr lang="en-US" b="1" dirty="0" err="1"/>
              <a:t>pwd</a:t>
            </a:r>
            <a:r>
              <a:rPr lang="en-US" dirty="0"/>
              <a:t> command displays the absolute path of the current working directory.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Clear: </a:t>
            </a:r>
            <a:r>
              <a:rPr lang="en-US" dirty="0"/>
              <a:t>the </a:t>
            </a:r>
            <a:r>
              <a:rPr lang="en-US" b="1" dirty="0"/>
              <a:t>clear</a:t>
            </a:r>
            <a:r>
              <a:rPr lang="en-US" dirty="0"/>
              <a:t> command is used to clear the terminal screen. It removes all previously displayed text from the terminal, providing a clean slate.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6469D-2BF3-435C-5BE1-136C9D28B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1C2B41-D51B-00F9-5313-A7160E063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625" y="2157273"/>
            <a:ext cx="4982270" cy="781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D7365C-6C26-44E6-D28F-4E18B9BF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024"/>
          <a:stretch/>
        </p:blipFill>
        <p:spPr>
          <a:xfrm>
            <a:off x="2244441" y="3675901"/>
            <a:ext cx="7630590" cy="1880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A7BA05-8440-6A49-73B2-D03041527C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338"/>
          <a:stretch/>
        </p:blipFill>
        <p:spPr>
          <a:xfrm>
            <a:off x="2259148" y="5895127"/>
            <a:ext cx="7611537" cy="62994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D23A25-6B33-9A5C-0947-1364833B06AA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6059736" y="5556739"/>
            <a:ext cx="5181" cy="33838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54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1CAE-C35E-603B-7068-A82DBD3C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EC91-7F0E-FE2E-4731-6BA8B9FD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2F5A0-5F9A-87CA-F63E-A143B15DD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Grep: </a:t>
            </a:r>
            <a:r>
              <a:rPr lang="en-US" dirty="0"/>
              <a:t>the </a:t>
            </a:r>
            <a:r>
              <a:rPr lang="en-US" b="1" dirty="0"/>
              <a:t>grep</a:t>
            </a:r>
            <a:r>
              <a:rPr lang="en-US" dirty="0"/>
              <a:t> command is one of the most powerful tools for searching through text in files. It searches for patterns within files and displays lines that match the specified pattern.</a:t>
            </a:r>
            <a:endParaRPr lang="en-US" b="1" dirty="0"/>
          </a:p>
          <a:p>
            <a:pPr lvl="1" algn="just"/>
            <a:r>
              <a:rPr lang="en-US" b="1" dirty="0"/>
              <a:t>grep -r “</a:t>
            </a:r>
            <a:r>
              <a:rPr lang="en-US" b="1" dirty="0" err="1"/>
              <a:t>search_term</a:t>
            </a:r>
            <a:r>
              <a:rPr lang="en-US" b="1" dirty="0"/>
              <a:t>” /path/to/directory: </a:t>
            </a:r>
            <a:r>
              <a:rPr lang="en-US" dirty="0"/>
              <a:t>Recursively search through directories.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C3D99-1C4A-4853-E989-0D84A8C9C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0651B-D6AF-78C5-1546-3E47C170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2694957"/>
            <a:ext cx="617306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3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A7A3C-F65A-A32C-3769-28ED1A49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6E84-F237-D8EB-1489-96249AD5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3089-E9AA-062B-892E-06029FA69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vi: </a:t>
            </a:r>
            <a:r>
              <a:rPr lang="en-US" dirty="0"/>
              <a:t>the </a:t>
            </a:r>
            <a:r>
              <a:rPr lang="en-US" b="1" dirty="0"/>
              <a:t>vi</a:t>
            </a:r>
            <a:r>
              <a:rPr lang="en-US" dirty="0"/>
              <a:t> command is a text editor in Unix and Linux systems, widely used for editing files.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3F531-3C04-D480-7C9F-EB66D82AC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8290B2-3E19-2DDF-5C2A-65E5DEE24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768" y="1879617"/>
            <a:ext cx="4382112" cy="4429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72089F-0026-5BAE-BC16-95F2CC216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6359"/>
            <a:ext cx="5601482" cy="41915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660BD4-7503-2F2A-2F69-3410B6186F2B}"/>
              </a:ext>
            </a:extLst>
          </p:cNvPr>
          <p:cNvCxnSpPr>
            <a:cxnSpLocks/>
          </p:cNvCxnSpPr>
          <p:nvPr/>
        </p:nvCxnSpPr>
        <p:spPr>
          <a:xfrm>
            <a:off x="5601482" y="3783695"/>
            <a:ext cx="162928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73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1B98E-C4BC-5AF0-2421-06ED99C2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43AD-0F3E-D012-373D-AFFDE400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A60BC-7506-BC2D-3414-D1192A589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vi: </a:t>
            </a:r>
            <a:r>
              <a:rPr lang="en-US" dirty="0"/>
              <a:t>the </a:t>
            </a:r>
            <a:r>
              <a:rPr lang="en-US" b="1" dirty="0"/>
              <a:t>vi</a:t>
            </a:r>
            <a:r>
              <a:rPr lang="en-US" dirty="0"/>
              <a:t> command is a text editor in Unix and Linux systems, widely used for editing files.</a:t>
            </a:r>
          </a:p>
          <a:p>
            <a:pPr lvl="1" algn="just"/>
            <a:r>
              <a:rPr lang="en-US" dirty="0"/>
              <a:t>To close </a:t>
            </a:r>
            <a:r>
              <a:rPr lang="en-US" b="1" dirty="0"/>
              <a:t>vi </a:t>
            </a:r>
            <a:r>
              <a:rPr lang="en-US" dirty="0"/>
              <a:t>without saving use: </a:t>
            </a:r>
            <a:r>
              <a:rPr lang="en-US" b="1" dirty="0"/>
              <a:t>:q!</a:t>
            </a:r>
          </a:p>
          <a:p>
            <a:pPr lvl="1" algn="just"/>
            <a:r>
              <a:rPr lang="en-US" dirty="0"/>
              <a:t>To close </a:t>
            </a:r>
            <a:r>
              <a:rPr lang="en-US" b="1" dirty="0"/>
              <a:t>vi </a:t>
            </a:r>
            <a:r>
              <a:rPr lang="en-US" dirty="0"/>
              <a:t>saving any changes in the file use: </a:t>
            </a:r>
            <a:r>
              <a:rPr lang="en-US" b="1" dirty="0"/>
              <a:t>:</a:t>
            </a:r>
            <a:r>
              <a:rPr lang="en-US" b="1" dirty="0" err="1"/>
              <a:t>wq</a:t>
            </a:r>
            <a:r>
              <a:rPr lang="en-US" dirty="0"/>
              <a:t> 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EFCC8-2816-2055-50A0-D6E52DDBE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49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66B8-B549-7A3A-6478-8941FF11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4688-CF1C-B412-DFE5-0338D514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terminal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A98C-B836-243B-9E44-7DDD9DD4B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Exercise:</a:t>
            </a:r>
            <a:r>
              <a:rPr lang="en-US" dirty="0"/>
              <a:t> </a:t>
            </a:r>
          </a:p>
          <a:p>
            <a:pPr marL="914388" lvl="1" indent="-457200" algn="just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grep</a:t>
            </a:r>
            <a:r>
              <a:rPr lang="en-US" dirty="0"/>
              <a:t> to find the file inside the folder 00 that was the word “</a:t>
            </a:r>
            <a:r>
              <a:rPr lang="en-US" b="1" dirty="0"/>
              <a:t>Pietro</a:t>
            </a:r>
            <a:r>
              <a:rPr lang="en-US" dirty="0"/>
              <a:t>” on it</a:t>
            </a:r>
          </a:p>
          <a:p>
            <a:pPr marL="914388" lvl="1" indent="-457200" algn="just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vi</a:t>
            </a:r>
            <a:r>
              <a:rPr lang="en-US" dirty="0"/>
              <a:t> to take a look into the file</a:t>
            </a:r>
          </a:p>
          <a:p>
            <a:pPr marL="914388" lvl="1" indent="-457200" algn="just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cp </a:t>
            </a:r>
            <a:r>
              <a:rPr lang="en-US" dirty="0"/>
              <a:t> to copy the file to your home directory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56089-F26D-A4FA-BCE8-2B11039F7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6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7480-1358-8E1A-87DD-27143863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6197-FE7B-0A80-5CF4-AA65D8BF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OpenMc</a:t>
            </a:r>
            <a:r>
              <a:rPr lang="en-US" dirty="0"/>
              <a:t> </a:t>
            </a:r>
            <a:r>
              <a:rPr lang="en-US" dirty="0" err="1"/>
              <a:t>instalation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62518-E70E-B54E-B463-22C71BAA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4"/>
            <a:ext cx="6550429" cy="5132225"/>
          </a:xfrm>
        </p:spPr>
        <p:txBody>
          <a:bodyPr/>
          <a:lstStyle/>
          <a:p>
            <a:pPr algn="just"/>
            <a:r>
              <a:rPr lang="en-US" b="1" dirty="0"/>
              <a:t>Reference: </a:t>
            </a:r>
            <a:r>
              <a:rPr lang="en-US" dirty="0"/>
              <a:t>https://docs.openmc.org/en/stable/quickinstall.html</a:t>
            </a:r>
          </a:p>
          <a:p>
            <a:pPr lvl="1" algn="just"/>
            <a:r>
              <a:rPr lang="en-US" dirty="0"/>
              <a:t>You can google: </a:t>
            </a:r>
            <a:r>
              <a:rPr lang="en-US" dirty="0" err="1"/>
              <a:t>openmc</a:t>
            </a:r>
            <a:r>
              <a:rPr lang="en-US" dirty="0"/>
              <a:t> installation and follow the instruction on the quick install guide</a:t>
            </a:r>
          </a:p>
          <a:p>
            <a:pPr lvl="1" algn="just"/>
            <a:r>
              <a:rPr lang="en-US" dirty="0"/>
              <a:t>We will help you guys going through these steps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8EAB2-5108-0EB2-2067-EDADE3EC8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4509EE-10A2-3E0D-A603-1B7A3803E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728" y="1633565"/>
            <a:ext cx="4162152" cy="403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74004"/>
      </p:ext>
    </p:extLst>
  </p:cSld>
  <p:clrMapOvr>
    <a:masterClrMapping/>
  </p:clrMapOvr>
</p:sld>
</file>

<file path=ppt/theme/theme1.xml><?xml version="1.0" encoding="utf-8"?>
<a:theme xmlns:a="http://schemas.openxmlformats.org/drawingml/2006/main" name="MNE-20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b">
        <a:norm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ucE-template  -  Read-Only" id="{F25660AF-C67C-41F3-96E0-7D62EAD7AFF6}" vid="{91161640-DB06-49DC-B978-76B8007AA6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MNE-2018</Template>
  <TotalTime>14715</TotalTime>
  <Words>1123</Words>
  <Application>Microsoft Office PowerPoint</Application>
  <PresentationFormat>Widescreen</PresentationFormat>
  <Paragraphs>164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Wingdings</vt:lpstr>
      <vt:lpstr>MNE-2018</vt:lpstr>
      <vt:lpstr>Introduction to Linux and the terminal</vt:lpstr>
      <vt:lpstr>The Linux operational system</vt:lpstr>
      <vt:lpstr>The Linux operational system</vt:lpstr>
      <vt:lpstr>The Linux operational system</vt:lpstr>
      <vt:lpstr>Linux vs Windows vs macOS</vt:lpstr>
      <vt:lpstr>WSL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Basic terminal commands</vt:lpstr>
      <vt:lpstr>OpenMc instalation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NUCE 430: Design Principles of Reactor Systems</dc:title>
  <dc:creator>Microsoft Office User</dc:creator>
  <cp:lastModifiedBy>Aldeia Machado, Luiz Carlos</cp:lastModifiedBy>
  <cp:revision>1</cp:revision>
  <cp:lastPrinted>2024-12-12T17:51:21Z</cp:lastPrinted>
  <dcterms:created xsi:type="dcterms:W3CDTF">2019-08-26T02:18:07Z</dcterms:created>
  <dcterms:modified xsi:type="dcterms:W3CDTF">2025-02-12T19:52:33Z</dcterms:modified>
</cp:coreProperties>
</file>